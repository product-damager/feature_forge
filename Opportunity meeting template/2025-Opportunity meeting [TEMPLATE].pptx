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Roboto"/>
      <p:regular r:id="rId28"/>
      <p:bold r:id="rId29"/>
      <p:italic r:id="rId30"/>
      <p:boldItalic r:id="rId31"/>
    </p:embeddedFont>
    <p:embeddedFont>
      <p:font typeface="Montserrat"/>
      <p:regular r:id="rId32"/>
      <p:bold r:id="rId33"/>
      <p:italic r:id="rId34"/>
      <p:boldItalic r:id="rId35"/>
    </p:embeddedFont>
    <p:embeddedFont>
      <p:font typeface="Inter"/>
      <p:regular r:id="rId36"/>
      <p:bold r:id="rId37"/>
      <p:italic r:id="rId38"/>
      <p:boldItalic r:id="rId39"/>
    </p:embeddedFont>
    <p:embeddedFont>
      <p:font typeface="Plus Jakarta Sans"/>
      <p:regular r:id="rId40"/>
      <p:bold r:id="rId41"/>
      <p:italic r:id="rId42"/>
      <p:boldItalic r:id="rId43"/>
    </p:embeddedFont>
    <p:embeddedFont>
      <p:font typeface="Plus Jakarta Sans SemiBold"/>
      <p:regular r:id="rId44"/>
      <p:bold r:id="rId45"/>
      <p:italic r:id="rId46"/>
      <p:boldItalic r:id="rId47"/>
    </p:embeddedFont>
    <p:embeddedFont>
      <p:font typeface="Plus Jakarta Sans Medium"/>
      <p:regular r:id="rId48"/>
      <p:bold r:id="rId49"/>
      <p:italic r:id="rId50"/>
      <p:boldItalic r:id="rId51"/>
    </p:embeddedFont>
    <p:embeddedFont>
      <p:font typeface="Montserrat ExtraBold"/>
      <p:bold r:id="rId52"/>
      <p:boldItalic r:id="rId53"/>
    </p:embeddedFont>
    <p:embeddedFont>
      <p:font typeface="Inter Medium"/>
      <p:regular r:id="rId54"/>
      <p:bold r:id="rId55"/>
      <p:italic r:id="rId56"/>
      <p:boldItalic r:id="rId57"/>
    </p:embeddedFont>
    <p:embeddedFont>
      <p:font typeface="Noto Sans Mono SemiBold"/>
      <p:regular r:id="rId58"/>
      <p:bold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12">
          <p15:clr>
            <a:srgbClr val="747775"/>
          </p15:clr>
        </p15:guide>
        <p15:guide id="2" pos="2880">
          <p15:clr>
            <a:srgbClr val="747775"/>
          </p15:clr>
        </p15:guide>
        <p15:guide id="3" pos="5613">
          <p15:clr>
            <a:srgbClr val="747775"/>
          </p15:clr>
        </p15:guide>
        <p15:guide id="4" pos="113">
          <p15:clr>
            <a:srgbClr val="747775"/>
          </p15:clr>
        </p15:guide>
        <p15:guide id="5" orient="horz" pos="571">
          <p15:clr>
            <a:srgbClr val="747775"/>
          </p15:clr>
        </p15:guide>
        <p15:guide id="6" orient="horz" pos="2669">
          <p15:clr>
            <a:srgbClr val="747775"/>
          </p15:clr>
        </p15:guide>
        <p15:guide id="7" orient="horz" pos="2952">
          <p15:clr>
            <a:srgbClr val="747775"/>
          </p15:clr>
        </p15:guide>
        <p15:guide id="8" orient="horz" pos="288">
          <p15:clr>
            <a:srgbClr val="747775"/>
          </p15:clr>
        </p15:guide>
        <p15:guide id="9" pos="326">
          <p15:clr>
            <a:srgbClr val="747775"/>
          </p15:clr>
        </p15:guide>
        <p15:guide id="10" pos="5400">
          <p15:clr>
            <a:srgbClr val="747775"/>
          </p15:clr>
        </p15:guide>
        <p15:guide id="11" orient="horz" pos="113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6DC6C7-2922-471B-9948-0979CD2733C9}">
  <a:tblStyle styleId="{E86DC6C7-2922-471B-9948-0979CD2733C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12" orient="horz"/>
        <p:guide pos="2880"/>
        <p:guide pos="5613"/>
        <p:guide pos="113"/>
        <p:guide pos="571" orient="horz"/>
        <p:guide pos="2669" orient="horz"/>
        <p:guide pos="2952" orient="horz"/>
        <p:guide pos="288" orient="horz"/>
        <p:guide pos="326"/>
        <p:guide pos="5400"/>
        <p:guide pos="113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lusJakartaSans-regular.fntdata"/><Relationship Id="rId42" Type="http://schemas.openxmlformats.org/officeDocument/2006/relationships/font" Target="fonts/PlusJakartaSans-italic.fntdata"/><Relationship Id="rId41" Type="http://schemas.openxmlformats.org/officeDocument/2006/relationships/font" Target="fonts/PlusJakartaSans-bold.fntdata"/><Relationship Id="rId44" Type="http://schemas.openxmlformats.org/officeDocument/2006/relationships/font" Target="fonts/PlusJakartaSansSemiBold-regular.fntdata"/><Relationship Id="rId43" Type="http://schemas.openxmlformats.org/officeDocument/2006/relationships/font" Target="fonts/PlusJakartaSans-boldItalic.fntdata"/><Relationship Id="rId46" Type="http://schemas.openxmlformats.org/officeDocument/2006/relationships/font" Target="fonts/PlusJakartaSansSemiBold-italic.fntdata"/><Relationship Id="rId45" Type="http://schemas.openxmlformats.org/officeDocument/2006/relationships/font" Target="fonts/PlusJakartaSans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PlusJakartaSansMedium-regular.fntdata"/><Relationship Id="rId47" Type="http://schemas.openxmlformats.org/officeDocument/2006/relationships/font" Target="fonts/PlusJakartaSansSemiBold-boldItalic.fntdata"/><Relationship Id="rId49" Type="http://schemas.openxmlformats.org/officeDocument/2006/relationships/font" Target="fonts/PlusJakartaSansMedium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33" Type="http://schemas.openxmlformats.org/officeDocument/2006/relationships/font" Target="fonts/Montserrat-bold.fntdata"/><Relationship Id="rId32" Type="http://schemas.openxmlformats.org/officeDocument/2006/relationships/font" Target="fonts/Montserrat-regular.fntdata"/><Relationship Id="rId35" Type="http://schemas.openxmlformats.org/officeDocument/2006/relationships/font" Target="fonts/Montserrat-boldItalic.fntdata"/><Relationship Id="rId34" Type="http://schemas.openxmlformats.org/officeDocument/2006/relationships/font" Target="fonts/Montserrat-italic.fntdata"/><Relationship Id="rId37" Type="http://schemas.openxmlformats.org/officeDocument/2006/relationships/font" Target="fonts/Inter-bold.fntdata"/><Relationship Id="rId36" Type="http://schemas.openxmlformats.org/officeDocument/2006/relationships/font" Target="fonts/Inter-regular.fntdata"/><Relationship Id="rId39" Type="http://schemas.openxmlformats.org/officeDocument/2006/relationships/font" Target="fonts/Inter-boldItalic.fntdata"/><Relationship Id="rId38" Type="http://schemas.openxmlformats.org/officeDocument/2006/relationships/font" Target="fonts/Inter-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oboto-regular.fntdata"/><Relationship Id="rId27" Type="http://schemas.openxmlformats.org/officeDocument/2006/relationships/slide" Target="slides/slide21.xml"/><Relationship Id="rId29" Type="http://schemas.openxmlformats.org/officeDocument/2006/relationships/font" Target="fonts/Roboto-bold.fntdata"/><Relationship Id="rId51" Type="http://schemas.openxmlformats.org/officeDocument/2006/relationships/font" Target="fonts/PlusJakartaSansMedium-boldItalic.fntdata"/><Relationship Id="rId50" Type="http://schemas.openxmlformats.org/officeDocument/2006/relationships/font" Target="fonts/PlusJakartaSansMedium-italic.fntdata"/><Relationship Id="rId53" Type="http://schemas.openxmlformats.org/officeDocument/2006/relationships/font" Target="fonts/MontserratExtraBold-boldItalic.fntdata"/><Relationship Id="rId52" Type="http://schemas.openxmlformats.org/officeDocument/2006/relationships/font" Target="fonts/MontserratExtraBold-bold.fntdata"/><Relationship Id="rId11" Type="http://schemas.openxmlformats.org/officeDocument/2006/relationships/slide" Target="slides/slide5.xml"/><Relationship Id="rId55" Type="http://schemas.openxmlformats.org/officeDocument/2006/relationships/font" Target="fonts/InterMedium-bold.fntdata"/><Relationship Id="rId10" Type="http://schemas.openxmlformats.org/officeDocument/2006/relationships/slide" Target="slides/slide4.xml"/><Relationship Id="rId54" Type="http://schemas.openxmlformats.org/officeDocument/2006/relationships/font" Target="fonts/InterMedium-regular.fntdata"/><Relationship Id="rId13" Type="http://schemas.openxmlformats.org/officeDocument/2006/relationships/slide" Target="slides/slide7.xml"/><Relationship Id="rId57" Type="http://schemas.openxmlformats.org/officeDocument/2006/relationships/font" Target="fonts/InterMedium-boldItalic.fntdata"/><Relationship Id="rId12" Type="http://schemas.openxmlformats.org/officeDocument/2006/relationships/slide" Target="slides/slide6.xml"/><Relationship Id="rId56" Type="http://schemas.openxmlformats.org/officeDocument/2006/relationships/font" Target="fonts/InterMedium-italic.fntdata"/><Relationship Id="rId15" Type="http://schemas.openxmlformats.org/officeDocument/2006/relationships/slide" Target="slides/slide9.xml"/><Relationship Id="rId59" Type="http://schemas.openxmlformats.org/officeDocument/2006/relationships/font" Target="fonts/NotoSansMonoSemiBold-bold.fntdata"/><Relationship Id="rId14" Type="http://schemas.openxmlformats.org/officeDocument/2006/relationships/slide" Target="slides/slide8.xml"/><Relationship Id="rId58" Type="http://schemas.openxmlformats.org/officeDocument/2006/relationships/font" Target="fonts/NotoSansMonoSemiBold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7c020ab5b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7c020ab5b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8813b665c5_0_5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8813b665c5_0_5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9e1d882020_0_1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9e1d882020_0_1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9e1d882020_0_27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9e1d882020_0_27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9e1d882020_0_27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9e1d882020_0_27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9e1d882020_0_2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9e1d882020_0_2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9e1d882020_0_1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9e1d882020_0_1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9e1d882020_0_3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9e1d882020_0_3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9e1d882020_0_3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9e1d882020_0_3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9e1d882020_0_3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9e1d882020_0_3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9e1d882020_0_3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9e1d882020_0_3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9e1d882020_0_1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9e1d882020_0_1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9e1d882020_0_3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9e1d882020_0_3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9e1d882020_0_3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9e1d882020_0_3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9e1d882020_0_1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9e1d882020_0_1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9e1d882020_0_3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9e1d882020_0_3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9e1d882020_0_36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9e1d882020_0_3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94c744045e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94c744045e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9e1d882020_0_15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9e1d882020_0_1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9e1d882020_0_1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9e1d882020_0_1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7c10c2da0a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7c10c2da0a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9.pn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1.png"/><Relationship Id="rId4" Type="http://schemas.openxmlformats.org/officeDocument/2006/relationships/image" Target="../media/image1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1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6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1.png"/><Relationship Id="rId4" Type="http://schemas.openxmlformats.org/officeDocument/2006/relationships/image" Target="../media/image1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8.png"/><Relationship Id="rId4" Type="http://schemas.openxmlformats.org/officeDocument/2006/relationships/image" Target="../media/image23.png"/><Relationship Id="rId5" Type="http://schemas.openxmlformats.org/officeDocument/2006/relationships/image" Target="../media/image30.png"/><Relationship Id="rId6" Type="http://schemas.openxmlformats.org/officeDocument/2006/relationships/image" Target="../media/image1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K] Beige + Nav" type="title">
  <p:cSld name="TITLE">
    <p:bg>
      <p:bgPr>
        <a:solidFill>
          <a:schemeClr val="accent3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9" name="Google Shape;9;p2" title="Logo Kameleoon Black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5375" y="241925"/>
            <a:ext cx="898375" cy="12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K] Beige">
  <p:cSld name="TITLE_1">
    <p:bg>
      <p:bgPr>
        <a:solidFill>
          <a:schemeClr val="accent3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2" name="Google Shape;12;p3" title="Logo Kameleoon Black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5375" y="241925"/>
            <a:ext cx="898375" cy="12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K] Blue gradient + Pattern + Nav">
  <p:cSld name="TITLE_1_5">
    <p:bg>
      <p:bgPr>
        <a:solidFill>
          <a:schemeClr val="accent2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4" title="ellipse_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43575" y="-3975"/>
            <a:ext cx="8500424" cy="514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4" title="ellipse_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849385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4" title="collum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073" y="0"/>
            <a:ext cx="849385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6716050" y="4810800"/>
            <a:ext cx="2072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K] Blue gradient + Pattern + Nav 1">
  <p:cSld name="TITLE_1_5_1">
    <p:bg>
      <p:bgPr>
        <a:solidFill>
          <a:schemeClr val="accent2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5" title="ellipse_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43575" y="-3975"/>
            <a:ext cx="8500424" cy="514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5" title="ellipse_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849385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5" title="collum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073" y="0"/>
            <a:ext cx="849385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6716050" y="4810800"/>
            <a:ext cx="2072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3" name="Google Shape;23;p5" title="Logo Kameleoon 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375" y="241925"/>
            <a:ext cx="898375" cy="12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K] Blue gradient + Pattern + Nav 2">
  <p:cSld name="TITLE_1_5_2">
    <p:bg>
      <p:bgPr>
        <a:solidFill>
          <a:schemeClr val="accent2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6716050" y="4810800"/>
            <a:ext cx="2072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6" name="Google Shape;26;p6" title="Siobhan Solberg_LinkedIn post_1080x1080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1987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6" title="ellipse_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643575" y="-3975"/>
            <a:ext cx="8500424" cy="514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6" title="ellipse_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49385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6" title="collum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073" y="0"/>
            <a:ext cx="849385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K] Blue gradient + Pattern + Nav 1 1">
  <p:cSld name="TITLE_1_5_1_1">
    <p:bg>
      <p:bgPr>
        <a:solidFill>
          <a:schemeClr val="accent2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 title="Siobhan Solberg_LinkedIn post_1080x1080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1987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7" title="ellipse_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643575" y="-3975"/>
            <a:ext cx="8500424" cy="514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7" title="ellipse_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49385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7" title="collum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075" y="-3975"/>
            <a:ext cx="8493851" cy="524615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6716050" y="4810800"/>
            <a:ext cx="2072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36" name="Google Shape;36;p7" title="Logo Kameleoon Black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5375" y="241925"/>
            <a:ext cx="898375" cy="12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K] Blue gradient + Pattern + Nav 2 1">
  <p:cSld name="TITLE_1_5_2_1"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6716050" y="4810800"/>
            <a:ext cx="2072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39" name="Google Shape;39;p8" title="Pattern Strok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7625" y="-14900"/>
            <a:ext cx="8488750" cy="5190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K] Blue gradient + Pattern + Nav 1 1 1">
  <p:cSld name="TITLE_1_5_1_1_1">
    <p:bg>
      <p:bgPr>
        <a:solidFill>
          <a:schemeClr val="dk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6716050" y="4810800"/>
            <a:ext cx="2072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42" name="Google Shape;42;p9" title="Pattern Strok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7625" y="-14900"/>
            <a:ext cx="8488750" cy="519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9" title="Logo Kameleoon Beig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375" y="241925"/>
            <a:ext cx="898375" cy="12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K] Beige side + White background + Nav">
  <p:cSld name="TITLE_2_2_2_1">
    <p:bg>
      <p:bgPr>
        <a:solidFill>
          <a:srgbClr val="FFFFFF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6716050" y="4810800"/>
            <a:ext cx="2072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6" name="Google Shape;46;p10"/>
          <p:cNvSpPr/>
          <p:nvPr/>
        </p:nvSpPr>
        <p:spPr>
          <a:xfrm>
            <a:off x="0" y="0"/>
            <a:ext cx="3323400" cy="51435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" name="Google Shape;47;p10" title="Logo Kameleoon Black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5375" y="241925"/>
            <a:ext cx="898375" cy="12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K] Beige side + White background + Nav 1">
  <p:cSld name="TITLE_2_2_2_1_2"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fmla="val 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6716050" y="4810800"/>
            <a:ext cx="2072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51" name="Google Shape;51;p11"/>
          <p:cNvSpPr/>
          <p:nvPr/>
        </p:nvSpPr>
        <p:spPr>
          <a:xfrm>
            <a:off x="0" y="0"/>
            <a:ext cx="3323400" cy="5143500"/>
          </a:xfrm>
          <a:prstGeom prst="roundRect">
            <a:avLst>
              <a:gd fmla="val 0" name="adj"/>
            </a:avLst>
          </a:prstGeom>
          <a:solidFill>
            <a:srgbClr val="FFFFFF">
              <a:alpha val="75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" name="Google Shape;52;p11" title="Logo Kameleoon Beige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5375" y="241925"/>
            <a:ext cx="898375" cy="12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K] White side + Beige background + Nav 1">
  <p:cSld name="TITLE_2_2_2_1_1">
    <p:bg>
      <p:bgPr>
        <a:solidFill>
          <a:schemeClr val="accent3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/>
          <p:nvPr/>
        </p:nvSpPr>
        <p:spPr>
          <a:xfrm>
            <a:off x="0" y="0"/>
            <a:ext cx="3323400" cy="51435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2"/>
          <p:cNvSpPr txBox="1"/>
          <p:nvPr>
            <p:ph idx="12" type="sldNum"/>
          </p:nvPr>
        </p:nvSpPr>
        <p:spPr>
          <a:xfrm>
            <a:off x="6716050" y="4810800"/>
            <a:ext cx="2072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56" name="Google Shape;56;p12" title="Logo Kameleoon Black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5375" y="241925"/>
            <a:ext cx="898375" cy="12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K] White side + Blue background + Nav">
  <p:cSld name="TITLE_2_2_2_1_1_1">
    <p:bg>
      <p:bgPr>
        <a:solidFill>
          <a:schemeClr val="accent2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6716050" y="4810800"/>
            <a:ext cx="2072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buNone/>
              <a:defRPr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0" y="0"/>
            <a:ext cx="3323400" cy="51435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" name="Google Shape;60;p13" title="Logo Kameleoon Black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5375" y="241925"/>
            <a:ext cx="898375" cy="12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K] Green Black background + Nav">
  <p:cSld name="TITLE_2_1_1">
    <p:bg>
      <p:bgPr>
        <a:solidFill>
          <a:schemeClr val="dk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716050" y="4810800"/>
            <a:ext cx="2072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buNone/>
              <a:defRPr sz="800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buNone/>
              <a:defRPr sz="800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buNone/>
              <a:defRPr sz="800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buNone/>
              <a:defRPr sz="800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buNone/>
              <a:defRPr sz="800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buNone/>
              <a:defRPr sz="800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buNone/>
              <a:defRPr sz="800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buNone/>
              <a:defRPr sz="800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buNone/>
              <a:defRPr sz="800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63" name="Google Shape;63;p14" title="Logo Kameleoon Beige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5375" y="241925"/>
            <a:ext cx="898375" cy="12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>
  <p:cSld name="TITLE_3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53025"/>
            <a:ext cx="5242325" cy="463745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>
            <p:ph type="ctrTitle"/>
          </p:nvPr>
        </p:nvSpPr>
        <p:spPr>
          <a:xfrm>
            <a:off x="5617425" y="1392625"/>
            <a:ext cx="3327900" cy="10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747F5"/>
              </a:buClr>
              <a:buSzPts val="2800"/>
              <a:buFont typeface="Montserrat ExtraBold"/>
              <a:buChar char="○"/>
              <a:defRPr b="0" sz="2800">
                <a:solidFill>
                  <a:srgbClr val="4747F5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747F5"/>
              </a:buClr>
              <a:buSzPts val="2800"/>
              <a:buFont typeface="Montserrat ExtraBold"/>
              <a:buChar char="■"/>
              <a:defRPr b="0" sz="2800">
                <a:solidFill>
                  <a:srgbClr val="4747F5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747F5"/>
              </a:buClr>
              <a:buSzPts val="2800"/>
              <a:buFont typeface="Montserrat ExtraBold"/>
              <a:buChar char="●"/>
              <a:defRPr b="0" sz="2800">
                <a:solidFill>
                  <a:srgbClr val="4747F5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747F5"/>
              </a:buClr>
              <a:buSzPts val="2800"/>
              <a:buFont typeface="Montserrat ExtraBold"/>
              <a:buChar char="○"/>
              <a:defRPr b="0" sz="2800">
                <a:solidFill>
                  <a:srgbClr val="4747F5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747F5"/>
              </a:buClr>
              <a:buSzPts val="2800"/>
              <a:buFont typeface="Montserrat ExtraBold"/>
              <a:buChar char="■"/>
              <a:defRPr b="0" sz="2800">
                <a:solidFill>
                  <a:srgbClr val="4747F5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747F5"/>
              </a:buClr>
              <a:buSzPts val="2800"/>
              <a:buFont typeface="Montserrat ExtraBold"/>
              <a:buChar char="●"/>
              <a:defRPr b="0" sz="2800">
                <a:solidFill>
                  <a:srgbClr val="4747F5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747F5"/>
              </a:buClr>
              <a:buSzPts val="2800"/>
              <a:buFont typeface="Montserrat ExtraBold"/>
              <a:buChar char="○"/>
              <a:defRPr b="0" sz="2800">
                <a:solidFill>
                  <a:srgbClr val="4747F5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747F5"/>
              </a:buClr>
              <a:buSzPts val="2800"/>
              <a:buFont typeface="Montserrat ExtraBold"/>
              <a:buChar char="■"/>
              <a:defRPr b="0" sz="2800">
                <a:solidFill>
                  <a:srgbClr val="4747F5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67" name="Google Shape;67;p15"/>
          <p:cNvSpPr/>
          <p:nvPr>
            <p:ph idx="2" type="pic"/>
          </p:nvPr>
        </p:nvSpPr>
        <p:spPr>
          <a:xfrm>
            <a:off x="5715000" y="3634875"/>
            <a:ext cx="2946300" cy="11217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1225" y="238626"/>
            <a:ext cx="2527698" cy="84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Blue">
  <p:cSld name="CUSTOM">
    <p:bg>
      <p:bgPr>
        <a:solidFill>
          <a:srgbClr val="4747F5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4101574"/>
            <a:ext cx="3197576" cy="10419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6"/>
          <p:cNvSpPr txBox="1"/>
          <p:nvPr>
            <p:ph type="title"/>
          </p:nvPr>
        </p:nvSpPr>
        <p:spPr>
          <a:xfrm>
            <a:off x="2763900" y="445025"/>
            <a:ext cx="595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622172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785675" cy="78567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>
            <p:ph idx="2" type="title"/>
          </p:nvPr>
        </p:nvSpPr>
        <p:spPr>
          <a:xfrm>
            <a:off x="3431100" y="1287050"/>
            <a:ext cx="1628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b="1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5" name="Google Shape;75;p16"/>
          <p:cNvSpPr txBox="1"/>
          <p:nvPr>
            <p:ph idx="3" type="title"/>
          </p:nvPr>
        </p:nvSpPr>
        <p:spPr>
          <a:xfrm>
            <a:off x="3431100" y="2133313"/>
            <a:ext cx="1628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b="1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6" name="Google Shape;76;p16"/>
          <p:cNvSpPr txBox="1"/>
          <p:nvPr>
            <p:ph idx="4" type="title"/>
          </p:nvPr>
        </p:nvSpPr>
        <p:spPr>
          <a:xfrm>
            <a:off x="3431100" y="2979588"/>
            <a:ext cx="1628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b="1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7" name="Google Shape;77;p16"/>
          <p:cNvSpPr txBox="1"/>
          <p:nvPr>
            <p:ph idx="5" type="title"/>
          </p:nvPr>
        </p:nvSpPr>
        <p:spPr>
          <a:xfrm>
            <a:off x="3431100" y="3825875"/>
            <a:ext cx="1628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b="1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8" name="Google Shape;78;p16"/>
          <p:cNvSpPr txBox="1"/>
          <p:nvPr>
            <p:ph idx="6" type="title"/>
          </p:nvPr>
        </p:nvSpPr>
        <p:spPr>
          <a:xfrm>
            <a:off x="6452375" y="1287050"/>
            <a:ext cx="1628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b="1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9" name="Google Shape;79;p16"/>
          <p:cNvSpPr txBox="1"/>
          <p:nvPr>
            <p:ph idx="7" type="title"/>
          </p:nvPr>
        </p:nvSpPr>
        <p:spPr>
          <a:xfrm>
            <a:off x="6452375" y="2133313"/>
            <a:ext cx="1628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b="1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0" name="Google Shape;80;p16"/>
          <p:cNvSpPr txBox="1"/>
          <p:nvPr>
            <p:ph idx="8" type="title"/>
          </p:nvPr>
        </p:nvSpPr>
        <p:spPr>
          <a:xfrm>
            <a:off x="6452375" y="2979588"/>
            <a:ext cx="1628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b="1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1" name="Google Shape;81;p16"/>
          <p:cNvSpPr txBox="1"/>
          <p:nvPr>
            <p:ph idx="9" type="title"/>
          </p:nvPr>
        </p:nvSpPr>
        <p:spPr>
          <a:xfrm>
            <a:off x="6452375" y="3825875"/>
            <a:ext cx="1628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b="1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2" name="Google Shape;82;p16"/>
          <p:cNvSpPr/>
          <p:nvPr/>
        </p:nvSpPr>
        <p:spPr>
          <a:xfrm>
            <a:off x="8723063" y="4710553"/>
            <a:ext cx="312300" cy="312300"/>
          </a:xfrm>
          <a:prstGeom prst="roundRect">
            <a:avLst>
              <a:gd fmla="val 21222" name="adj"/>
            </a:avLst>
          </a:prstGeom>
          <a:solidFill>
            <a:srgbClr val="1F1F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 txBox="1"/>
          <p:nvPr/>
        </p:nvSpPr>
        <p:spPr>
          <a:xfrm>
            <a:off x="8723075" y="4710550"/>
            <a:ext cx="3123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lang="fr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fld id="{00000000-1234-1234-1234-123412341234}" type="slidenum">
              <a:rPr b="1" i="0" lang="fr" sz="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 i="0" sz="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3550" y="4689900"/>
            <a:ext cx="1057300" cy="35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lue Personalized">
  <p:cSld name="SECTION_HEADER_1_1">
    <p:bg>
      <p:bgPr>
        <a:solidFill>
          <a:schemeClr val="dk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/>
          <p:nvPr>
            <p:ph idx="2" type="pic"/>
          </p:nvPr>
        </p:nvSpPr>
        <p:spPr>
          <a:xfrm>
            <a:off x="196700" y="174850"/>
            <a:ext cx="8793600" cy="2746500"/>
          </a:xfrm>
          <a:prstGeom prst="roundRect">
            <a:avLst>
              <a:gd fmla="val 4799" name="adj"/>
            </a:avLst>
          </a:prstGeom>
          <a:noFill/>
          <a:ln>
            <a:noFill/>
          </a:ln>
        </p:spPr>
      </p:sp>
      <p:sp>
        <p:nvSpPr>
          <p:cNvPr id="87" name="Google Shape;87;p17"/>
          <p:cNvSpPr/>
          <p:nvPr/>
        </p:nvSpPr>
        <p:spPr>
          <a:xfrm>
            <a:off x="8723063" y="4710553"/>
            <a:ext cx="312300" cy="312300"/>
          </a:xfrm>
          <a:prstGeom prst="roundRect">
            <a:avLst>
              <a:gd fmla="val 21222" name="adj"/>
            </a:avLst>
          </a:prstGeom>
          <a:solidFill>
            <a:srgbClr val="1F1FF5">
              <a:alpha val="77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 txBox="1"/>
          <p:nvPr/>
        </p:nvSpPr>
        <p:spPr>
          <a:xfrm>
            <a:off x="8723075" y="4710550"/>
            <a:ext cx="3123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lang="fr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fld id="{00000000-1234-1234-1234-123412341234}" type="slidenum">
              <a:rPr b="1" i="0" lang="fr" sz="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 i="0" sz="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7"/>
          <p:cNvSpPr txBox="1"/>
          <p:nvPr>
            <p:ph type="title"/>
          </p:nvPr>
        </p:nvSpPr>
        <p:spPr>
          <a:xfrm>
            <a:off x="745575" y="3436325"/>
            <a:ext cx="82446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17"/>
          <p:cNvSpPr txBox="1"/>
          <p:nvPr>
            <p:ph idx="3" type="title"/>
          </p:nvPr>
        </p:nvSpPr>
        <p:spPr>
          <a:xfrm>
            <a:off x="745575" y="3929225"/>
            <a:ext cx="82446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ontserrat"/>
              <a:buChar char="●"/>
              <a:defRPr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■"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■"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■"/>
              <a:defRPr sz="24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91" name="Google Shape;9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3550" y="4689893"/>
            <a:ext cx="1057300" cy="353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Vide">
  <p:cSld name="1_Vid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539550" y="265600"/>
            <a:ext cx="80649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3000"/>
              <a:buFont typeface="Arial"/>
              <a:buNone/>
              <a:defRPr b="1" i="0" sz="3000" u="none" cap="none" strike="noStrike">
                <a:solidFill>
                  <a:srgbClr val="22222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Arial"/>
              <a:buNone/>
              <a:defRPr b="1" i="0" sz="1500" u="none" cap="none" strike="noStrike">
                <a:solidFill>
                  <a:srgbClr val="22222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22222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2222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2222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p18"/>
          <p:cNvSpPr/>
          <p:nvPr/>
        </p:nvSpPr>
        <p:spPr>
          <a:xfrm flipH="1">
            <a:off x="-200" y="0"/>
            <a:ext cx="57000" cy="865200"/>
          </a:xfrm>
          <a:prstGeom prst="rect">
            <a:avLst/>
          </a:prstGeom>
          <a:solidFill>
            <a:srgbClr val="C2C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Blocks">
  <p:cSld name="ONE_COLUMN_TEXT">
    <p:bg>
      <p:bgPr>
        <a:solidFill>
          <a:srgbClr val="FAFAFA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83373" y="875532"/>
            <a:ext cx="1760625" cy="4267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-1"/>
            <a:ext cx="438975" cy="4389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>
            <p:ph type="title"/>
          </p:nvPr>
        </p:nvSpPr>
        <p:spPr>
          <a:xfrm>
            <a:off x="354875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2" type="title"/>
          </p:nvPr>
        </p:nvSpPr>
        <p:spPr>
          <a:xfrm>
            <a:off x="354875" y="816075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  <a:defRPr sz="15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00" name="Google Shape;100;p19"/>
          <p:cNvSpPr/>
          <p:nvPr/>
        </p:nvSpPr>
        <p:spPr>
          <a:xfrm>
            <a:off x="8723063" y="4710553"/>
            <a:ext cx="312300" cy="312300"/>
          </a:xfrm>
          <a:prstGeom prst="roundRect">
            <a:avLst>
              <a:gd fmla="val 2122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9"/>
          <p:cNvSpPr txBox="1"/>
          <p:nvPr/>
        </p:nvSpPr>
        <p:spPr>
          <a:xfrm>
            <a:off x="8723075" y="4710575"/>
            <a:ext cx="3123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lang="f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fld id="{00000000-1234-1234-1234-123412341234}" type="slidenum">
              <a:rPr b="1" i="0" lang="fr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 i="0" sz="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550" y="4689900"/>
            <a:ext cx="1057300" cy="35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">
  <p:cSld name="TITLE_AND_BODY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/>
          <p:nvPr/>
        </p:nvSpPr>
        <p:spPr>
          <a:xfrm flipH="1">
            <a:off x="-200" y="0"/>
            <a:ext cx="57000" cy="865200"/>
          </a:xfrm>
          <a:prstGeom prst="rect">
            <a:avLst/>
          </a:prstGeom>
          <a:solidFill>
            <a:srgbClr val="C2C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0"/>
          <p:cNvSpPr/>
          <p:nvPr/>
        </p:nvSpPr>
        <p:spPr>
          <a:xfrm>
            <a:off x="8723063" y="4710553"/>
            <a:ext cx="312300" cy="312300"/>
          </a:xfrm>
          <a:prstGeom prst="roundRect">
            <a:avLst>
              <a:gd fmla="val 21222" name="adj"/>
            </a:avLst>
          </a:prstGeom>
          <a:solidFill>
            <a:srgbClr val="F8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0"/>
          <p:cNvSpPr txBox="1"/>
          <p:nvPr/>
        </p:nvSpPr>
        <p:spPr>
          <a:xfrm>
            <a:off x="8723075" y="4710550"/>
            <a:ext cx="3123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lang="f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fld id="{00000000-1234-1234-1234-123412341234}" type="slidenum">
              <a:rPr b="1" i="0" lang="fr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 i="0" sz="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20"/>
          <p:cNvSpPr txBox="1"/>
          <p:nvPr>
            <p:ph type="title"/>
          </p:nvPr>
        </p:nvSpPr>
        <p:spPr>
          <a:xfrm>
            <a:off x="354875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2" type="title"/>
          </p:nvPr>
        </p:nvSpPr>
        <p:spPr>
          <a:xfrm>
            <a:off x="354875" y="816075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  <a:defRPr sz="15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09" name="Google Shape;109;p20"/>
          <p:cNvSpPr txBox="1"/>
          <p:nvPr>
            <p:ph idx="1" type="subTitle"/>
          </p:nvPr>
        </p:nvSpPr>
        <p:spPr>
          <a:xfrm>
            <a:off x="354875" y="1505075"/>
            <a:ext cx="85206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3" type="body"/>
          </p:nvPr>
        </p:nvSpPr>
        <p:spPr>
          <a:xfrm>
            <a:off x="354875" y="1817375"/>
            <a:ext cx="8368200" cy="22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○"/>
              <a:defRPr sz="1200"/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■"/>
              <a:defRPr sz="1200"/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●"/>
              <a:defRPr sz="1200"/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○"/>
              <a:defRPr sz="1200"/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■"/>
              <a:defRPr sz="1200"/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●"/>
              <a:defRPr sz="1200"/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○"/>
              <a:defRPr sz="1200"/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■"/>
              <a:defRPr sz="1200"/>
            </a:lvl9pPr>
          </a:lstStyle>
          <a:p/>
        </p:txBody>
      </p:sp>
      <p:pic>
        <p:nvPicPr>
          <p:cNvPr id="111" name="Google Shape;111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3550" y="4689900"/>
            <a:ext cx="1057300" cy="35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Title page">
  <p:cSld name="CAPTION_ONLY_1">
    <p:bg>
      <p:bgPr>
        <a:solidFill>
          <a:schemeClr val="lt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-1"/>
            <a:ext cx="438975" cy="43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1"/>
          <p:cNvSpPr/>
          <p:nvPr/>
        </p:nvSpPr>
        <p:spPr>
          <a:xfrm>
            <a:off x="8723063" y="4710553"/>
            <a:ext cx="312300" cy="312300"/>
          </a:xfrm>
          <a:prstGeom prst="roundRect">
            <a:avLst>
              <a:gd fmla="val 21222" name="adj"/>
            </a:avLst>
          </a:prstGeom>
          <a:solidFill>
            <a:srgbClr val="F8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1"/>
          <p:cNvSpPr txBox="1"/>
          <p:nvPr/>
        </p:nvSpPr>
        <p:spPr>
          <a:xfrm>
            <a:off x="8723075" y="4710550"/>
            <a:ext cx="3123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lang="f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fld id="{00000000-1234-1234-1234-123412341234}" type="slidenum">
              <a:rPr b="1" i="0" lang="fr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 i="0" sz="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21"/>
          <p:cNvSpPr txBox="1"/>
          <p:nvPr>
            <p:ph type="title"/>
          </p:nvPr>
        </p:nvSpPr>
        <p:spPr>
          <a:xfrm>
            <a:off x="354875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7" name="Google Shape;117;p21"/>
          <p:cNvSpPr txBox="1"/>
          <p:nvPr>
            <p:ph idx="2" type="title"/>
          </p:nvPr>
        </p:nvSpPr>
        <p:spPr>
          <a:xfrm>
            <a:off x="354875" y="816075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  <a:defRPr sz="15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550" y="4689900"/>
            <a:ext cx="1057300" cy="35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 1">
  <p:cSld name="TITLE_AND_BODY_1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4897" y="4769440"/>
            <a:ext cx="752653" cy="19452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"/>
          <p:cNvSpPr/>
          <p:nvPr/>
        </p:nvSpPr>
        <p:spPr>
          <a:xfrm flipH="1">
            <a:off x="-200" y="0"/>
            <a:ext cx="57000" cy="865200"/>
          </a:xfrm>
          <a:prstGeom prst="rect">
            <a:avLst/>
          </a:prstGeom>
          <a:solidFill>
            <a:srgbClr val="C2C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2"/>
          <p:cNvSpPr/>
          <p:nvPr/>
        </p:nvSpPr>
        <p:spPr>
          <a:xfrm>
            <a:off x="8723063" y="4710553"/>
            <a:ext cx="312300" cy="312300"/>
          </a:xfrm>
          <a:prstGeom prst="roundRect">
            <a:avLst>
              <a:gd fmla="val 21222" name="adj"/>
            </a:avLst>
          </a:prstGeom>
          <a:solidFill>
            <a:srgbClr val="F8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2"/>
          <p:cNvSpPr txBox="1"/>
          <p:nvPr/>
        </p:nvSpPr>
        <p:spPr>
          <a:xfrm>
            <a:off x="8723075" y="4710550"/>
            <a:ext cx="3123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fld id="{00000000-1234-1234-1234-123412341234}" type="slidenum">
              <a:rPr b="1" i="0" lang="fr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 i="0" sz="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22"/>
          <p:cNvSpPr txBox="1"/>
          <p:nvPr>
            <p:ph type="title"/>
          </p:nvPr>
        </p:nvSpPr>
        <p:spPr>
          <a:xfrm>
            <a:off x="354875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25" name="Google Shape;125;p22"/>
          <p:cNvSpPr txBox="1"/>
          <p:nvPr>
            <p:ph idx="2" type="title"/>
          </p:nvPr>
        </p:nvSpPr>
        <p:spPr>
          <a:xfrm>
            <a:off x="354875" y="816075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None/>
              <a:defRPr sz="15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6" name="Google Shape;126;p22"/>
          <p:cNvSpPr txBox="1"/>
          <p:nvPr>
            <p:ph idx="1" type="subTitle"/>
          </p:nvPr>
        </p:nvSpPr>
        <p:spPr>
          <a:xfrm>
            <a:off x="354875" y="1505075"/>
            <a:ext cx="85206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2"/>
          <p:cNvSpPr txBox="1"/>
          <p:nvPr>
            <p:ph idx="3" type="body"/>
          </p:nvPr>
        </p:nvSpPr>
        <p:spPr>
          <a:xfrm>
            <a:off x="354875" y="1817375"/>
            <a:ext cx="8368200" cy="22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○"/>
              <a:defRPr sz="1200"/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■"/>
              <a:defRPr sz="1200"/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●"/>
              <a:defRPr sz="1200"/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○"/>
              <a:defRPr sz="1200"/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■"/>
              <a:defRPr sz="1200"/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●"/>
              <a:defRPr sz="1200"/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○"/>
              <a:defRPr sz="1200"/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Light">
  <p:cSld name="CUSTOM_9_1">
    <p:bg>
      <p:bgPr>
        <a:solidFill>
          <a:srgbClr val="F3F2F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/>
          <p:nvPr/>
        </p:nvSpPr>
        <p:spPr>
          <a:xfrm rot="10800000">
            <a:off x="9625" y="1770225"/>
            <a:ext cx="9144000" cy="33732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BEBFD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625" y="1752024"/>
            <a:ext cx="8839200" cy="280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3"/>
          <p:cNvSpPr txBox="1"/>
          <p:nvPr>
            <p:ph type="title"/>
          </p:nvPr>
        </p:nvSpPr>
        <p:spPr>
          <a:xfrm>
            <a:off x="354875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2" name="Google Shape;132;p23"/>
          <p:cNvSpPr txBox="1"/>
          <p:nvPr>
            <p:ph idx="2" type="title"/>
          </p:nvPr>
        </p:nvSpPr>
        <p:spPr>
          <a:xfrm>
            <a:off x="354875" y="816075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  <a:defRPr sz="15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33" name="Google Shape;133;p23"/>
          <p:cNvSpPr txBox="1"/>
          <p:nvPr>
            <p:ph idx="1" type="subTitle"/>
          </p:nvPr>
        </p:nvSpPr>
        <p:spPr>
          <a:xfrm>
            <a:off x="432775" y="1987289"/>
            <a:ext cx="18894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Font typeface="Montserrat"/>
              <a:buNone/>
              <a:defRPr b="1" sz="1200">
                <a:solidFill>
                  <a:srgbClr val="1F1FF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9pPr>
          </a:lstStyle>
          <a:p/>
        </p:txBody>
      </p:sp>
      <p:sp>
        <p:nvSpPr>
          <p:cNvPr id="134" name="Google Shape;134;p23"/>
          <p:cNvSpPr txBox="1"/>
          <p:nvPr>
            <p:ph idx="3" type="subTitle"/>
          </p:nvPr>
        </p:nvSpPr>
        <p:spPr>
          <a:xfrm>
            <a:off x="3474900" y="1987289"/>
            <a:ext cx="18894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Font typeface="Montserrat"/>
              <a:buNone/>
              <a:defRPr b="1" sz="1200">
                <a:solidFill>
                  <a:srgbClr val="1F1FF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9pPr>
          </a:lstStyle>
          <a:p/>
        </p:txBody>
      </p:sp>
      <p:sp>
        <p:nvSpPr>
          <p:cNvPr id="135" name="Google Shape;135;p23"/>
          <p:cNvSpPr txBox="1"/>
          <p:nvPr>
            <p:ph idx="4" type="subTitle"/>
          </p:nvPr>
        </p:nvSpPr>
        <p:spPr>
          <a:xfrm>
            <a:off x="6517025" y="1987289"/>
            <a:ext cx="18894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Font typeface="Montserrat"/>
              <a:buNone/>
              <a:defRPr b="1" sz="1200">
                <a:solidFill>
                  <a:srgbClr val="1F1FF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9pPr>
          </a:lstStyle>
          <a:p/>
        </p:txBody>
      </p:sp>
      <p:sp>
        <p:nvSpPr>
          <p:cNvPr id="136" name="Google Shape;136;p23"/>
          <p:cNvSpPr txBox="1"/>
          <p:nvPr>
            <p:ph idx="5" type="subTitle"/>
          </p:nvPr>
        </p:nvSpPr>
        <p:spPr>
          <a:xfrm>
            <a:off x="2322175" y="3515039"/>
            <a:ext cx="18894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Font typeface="Montserrat"/>
              <a:buNone/>
              <a:defRPr b="1" sz="1200">
                <a:solidFill>
                  <a:srgbClr val="1F1FF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9pPr>
          </a:lstStyle>
          <a:p/>
        </p:txBody>
      </p:sp>
      <p:sp>
        <p:nvSpPr>
          <p:cNvPr id="137" name="Google Shape;137;p23"/>
          <p:cNvSpPr txBox="1"/>
          <p:nvPr>
            <p:ph idx="6" type="subTitle"/>
          </p:nvPr>
        </p:nvSpPr>
        <p:spPr>
          <a:xfrm>
            <a:off x="5772900" y="3515039"/>
            <a:ext cx="18894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Font typeface="Montserrat"/>
              <a:buNone/>
              <a:defRPr b="1" sz="1200">
                <a:solidFill>
                  <a:srgbClr val="1F1FF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F1FF5"/>
              </a:buClr>
              <a:buSzPts val="1200"/>
              <a:buNone/>
              <a:defRPr sz="1200">
                <a:solidFill>
                  <a:srgbClr val="1F1FF5"/>
                </a:solidFill>
              </a:defRPr>
            </a:lvl9pPr>
          </a:lstStyle>
          <a:p/>
        </p:txBody>
      </p:sp>
      <p:sp>
        <p:nvSpPr>
          <p:cNvPr id="138" name="Google Shape;138;p23"/>
          <p:cNvSpPr/>
          <p:nvPr/>
        </p:nvSpPr>
        <p:spPr>
          <a:xfrm>
            <a:off x="8723063" y="4710553"/>
            <a:ext cx="312300" cy="312300"/>
          </a:xfrm>
          <a:prstGeom prst="roundRect">
            <a:avLst>
              <a:gd fmla="val 21222" name="adj"/>
            </a:avLst>
          </a:prstGeom>
          <a:solidFill>
            <a:srgbClr val="EBE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3"/>
          <p:cNvSpPr txBox="1"/>
          <p:nvPr/>
        </p:nvSpPr>
        <p:spPr>
          <a:xfrm flipH="1">
            <a:off x="8752475" y="4739950"/>
            <a:ext cx="2535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lang="fr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fld id="{00000000-1234-1234-1234-123412341234}" type="slidenum">
              <a:rPr b="1" i="0" lang="fr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 i="0" sz="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0" name="Google Shape;14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550" y="4689900"/>
            <a:ext cx="1057300" cy="35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Vide 1">
  <p:cSld name="1_Vide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539550" y="265600"/>
            <a:ext cx="80649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3000"/>
              <a:buFont typeface="Arial"/>
              <a:buNone/>
              <a:defRPr b="1" i="0" sz="3000" u="none" cap="none" strike="noStrike">
                <a:solidFill>
                  <a:srgbClr val="22222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Arial"/>
              <a:buNone/>
              <a:defRPr b="1" i="0" sz="1500" u="none" cap="none" strike="noStrike">
                <a:solidFill>
                  <a:srgbClr val="22222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22222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2222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2222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" name="Google Shape;143;p24"/>
          <p:cNvSpPr/>
          <p:nvPr/>
        </p:nvSpPr>
        <p:spPr>
          <a:xfrm flipH="1">
            <a:off x="-200" y="0"/>
            <a:ext cx="57000" cy="865200"/>
          </a:xfrm>
          <a:prstGeom prst="rect">
            <a:avLst/>
          </a:prstGeom>
          <a:solidFill>
            <a:srgbClr val="C2C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3550" y="4689900"/>
            <a:ext cx="1057300" cy="35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Light" type="secHead">
  <p:cSld name="SECTION_HEADER">
    <p:bg>
      <p:bgPr>
        <a:solidFill>
          <a:srgbClr val="EBEBFD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/>
          <p:nvPr/>
        </p:nvSpPr>
        <p:spPr>
          <a:xfrm flipH="1" rot="10800000">
            <a:off x="196700" y="196700"/>
            <a:ext cx="8750700" cy="4378500"/>
          </a:xfrm>
          <a:prstGeom prst="roundRect">
            <a:avLst>
              <a:gd fmla="val 4603" name="adj"/>
            </a:avLst>
          </a:prstGeom>
          <a:solidFill>
            <a:srgbClr val="9999F8"/>
          </a:solidFill>
          <a:ln>
            <a:noFill/>
          </a:ln>
          <a:effectLst>
            <a:outerShdw blurRad="85725" rotWithShape="0" algn="bl" dir="2160000" dist="76200">
              <a:srgbClr val="BBBBED">
                <a:alpha val="8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5"/>
          <p:cNvPicPr preferRelativeResize="0"/>
          <p:nvPr/>
        </p:nvPicPr>
        <p:blipFill rotWithShape="1">
          <a:blip r:embed="rId2">
            <a:alphaModFix/>
          </a:blip>
          <a:srcRect b="0" l="0" r="1322" t="0"/>
          <a:stretch/>
        </p:blipFill>
        <p:spPr>
          <a:xfrm>
            <a:off x="6416025" y="3752700"/>
            <a:ext cx="2727976" cy="13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5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H="1" rot="10800000">
            <a:off x="196650" y="196701"/>
            <a:ext cx="8750700" cy="4378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5"/>
          <p:cNvSpPr/>
          <p:nvPr/>
        </p:nvSpPr>
        <p:spPr>
          <a:xfrm>
            <a:off x="987100" y="1798050"/>
            <a:ext cx="663000" cy="663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50" name="Google Shape;15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"/>
            <a:ext cx="1262450" cy="97444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5"/>
          <p:cNvSpPr/>
          <p:nvPr/>
        </p:nvSpPr>
        <p:spPr>
          <a:xfrm>
            <a:off x="8723063" y="4710553"/>
            <a:ext cx="312300" cy="312300"/>
          </a:xfrm>
          <a:prstGeom prst="roundRect">
            <a:avLst>
              <a:gd fmla="val 21222" name="adj"/>
            </a:avLst>
          </a:prstGeom>
          <a:solidFill>
            <a:srgbClr val="F8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5"/>
          <p:cNvSpPr txBox="1"/>
          <p:nvPr/>
        </p:nvSpPr>
        <p:spPr>
          <a:xfrm>
            <a:off x="8723075" y="4710550"/>
            <a:ext cx="3123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lang="f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fld id="{00000000-1234-1234-1234-123412341234}" type="slidenum">
              <a:rPr b="1" i="0" lang="fr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 i="0" sz="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25"/>
          <p:cNvSpPr txBox="1"/>
          <p:nvPr>
            <p:ph type="title"/>
          </p:nvPr>
        </p:nvSpPr>
        <p:spPr>
          <a:xfrm>
            <a:off x="942275" y="2748150"/>
            <a:ext cx="78327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5"/>
          <p:cNvSpPr txBox="1"/>
          <p:nvPr>
            <p:ph idx="2" type="title"/>
          </p:nvPr>
        </p:nvSpPr>
        <p:spPr>
          <a:xfrm>
            <a:off x="942275" y="3241050"/>
            <a:ext cx="78327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  <a:defRPr sz="15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pic>
        <p:nvPicPr>
          <p:cNvPr id="155" name="Google Shape;15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3550" y="4689900"/>
            <a:ext cx="1057300" cy="35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Picture">
  <p:cSld name="TITLE_AND_BODY_2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/>
          <p:nvPr>
            <p:ph idx="2" type="pic"/>
          </p:nvPr>
        </p:nvSpPr>
        <p:spPr>
          <a:xfrm>
            <a:off x="4664100" y="113600"/>
            <a:ext cx="4371300" cy="4909200"/>
          </a:xfrm>
          <a:prstGeom prst="roundRect">
            <a:avLst>
              <a:gd fmla="val 5383" name="adj"/>
            </a:avLst>
          </a:prstGeom>
          <a:noFill/>
          <a:ln>
            <a:noFill/>
          </a:ln>
        </p:spPr>
      </p:sp>
      <p:sp>
        <p:nvSpPr>
          <p:cNvPr id="158" name="Google Shape;158;p26"/>
          <p:cNvSpPr/>
          <p:nvPr/>
        </p:nvSpPr>
        <p:spPr>
          <a:xfrm flipH="1">
            <a:off x="-200" y="0"/>
            <a:ext cx="57000" cy="865200"/>
          </a:xfrm>
          <a:prstGeom prst="rect">
            <a:avLst/>
          </a:prstGeom>
          <a:solidFill>
            <a:srgbClr val="C2C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>
            <p:ph type="title"/>
          </p:nvPr>
        </p:nvSpPr>
        <p:spPr>
          <a:xfrm>
            <a:off x="354875" y="292625"/>
            <a:ext cx="413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0" name="Google Shape;160;p26"/>
          <p:cNvSpPr txBox="1"/>
          <p:nvPr>
            <p:ph idx="3" type="title"/>
          </p:nvPr>
        </p:nvSpPr>
        <p:spPr>
          <a:xfrm>
            <a:off x="354875" y="816075"/>
            <a:ext cx="4131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  <a:defRPr sz="15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61" name="Google Shape;161;p26"/>
          <p:cNvSpPr txBox="1"/>
          <p:nvPr>
            <p:ph idx="1" type="body"/>
          </p:nvPr>
        </p:nvSpPr>
        <p:spPr>
          <a:xfrm>
            <a:off x="354875" y="2045975"/>
            <a:ext cx="3999900" cy="22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2" name="Google Shape;162;p26"/>
          <p:cNvSpPr txBox="1"/>
          <p:nvPr>
            <p:ph idx="4" type="subTitle"/>
          </p:nvPr>
        </p:nvSpPr>
        <p:spPr>
          <a:xfrm>
            <a:off x="354875" y="1581275"/>
            <a:ext cx="39999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3" name="Google Shape;163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3550" y="4689900"/>
            <a:ext cx="1057300" cy="35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Light Personalized">
  <p:cSld name="SECTION_HEADER_1_1_1">
    <p:bg>
      <p:bgPr>
        <a:solidFill>
          <a:srgbClr val="F3F2FA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/>
          <p:nvPr>
            <p:ph idx="2" type="pic"/>
          </p:nvPr>
        </p:nvSpPr>
        <p:spPr>
          <a:xfrm>
            <a:off x="196700" y="174850"/>
            <a:ext cx="8793600" cy="2746500"/>
          </a:xfrm>
          <a:prstGeom prst="roundRect">
            <a:avLst>
              <a:gd fmla="val 4799" name="adj"/>
            </a:avLst>
          </a:prstGeom>
          <a:noFill/>
          <a:ln>
            <a:noFill/>
          </a:ln>
        </p:spPr>
      </p:sp>
      <p:sp>
        <p:nvSpPr>
          <p:cNvPr id="166" name="Google Shape;166;p27"/>
          <p:cNvSpPr txBox="1"/>
          <p:nvPr>
            <p:ph type="title"/>
          </p:nvPr>
        </p:nvSpPr>
        <p:spPr>
          <a:xfrm>
            <a:off x="745575" y="3436325"/>
            <a:ext cx="82446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7"/>
          <p:cNvSpPr/>
          <p:nvPr/>
        </p:nvSpPr>
        <p:spPr>
          <a:xfrm>
            <a:off x="8723063" y="4710553"/>
            <a:ext cx="312300" cy="312300"/>
          </a:xfrm>
          <a:prstGeom prst="roundRect">
            <a:avLst>
              <a:gd fmla="val 2122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7"/>
          <p:cNvSpPr txBox="1"/>
          <p:nvPr/>
        </p:nvSpPr>
        <p:spPr>
          <a:xfrm>
            <a:off x="8723075" y="4710550"/>
            <a:ext cx="3123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lang="f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fld id="{00000000-1234-1234-1234-123412341234}" type="slidenum">
              <a:rPr b="1" i="0" lang="fr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 i="0" sz="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27"/>
          <p:cNvSpPr txBox="1"/>
          <p:nvPr>
            <p:ph idx="3" type="title"/>
          </p:nvPr>
        </p:nvSpPr>
        <p:spPr>
          <a:xfrm>
            <a:off x="745575" y="3929225"/>
            <a:ext cx="82446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  <a:defRPr sz="15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pic>
        <p:nvPicPr>
          <p:cNvPr id="170" name="Google Shape;170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3550" y="4689900"/>
            <a:ext cx="1057300" cy="35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Preview" type="blank">
  <p:cSld name="BLANK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/>
          <p:nvPr/>
        </p:nvSpPr>
        <p:spPr>
          <a:xfrm flipH="1">
            <a:off x="3398100" y="75"/>
            <a:ext cx="5745900" cy="5143500"/>
          </a:xfrm>
          <a:prstGeom prst="round1Rect">
            <a:avLst>
              <a:gd fmla="val 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28"/>
          <p:cNvSpPr/>
          <p:nvPr/>
        </p:nvSpPr>
        <p:spPr>
          <a:xfrm flipH="1">
            <a:off x="-200" y="0"/>
            <a:ext cx="57000" cy="865200"/>
          </a:xfrm>
          <a:prstGeom prst="rect">
            <a:avLst/>
          </a:prstGeom>
          <a:solidFill>
            <a:srgbClr val="C2C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8"/>
          <p:cNvSpPr txBox="1"/>
          <p:nvPr>
            <p:ph idx="1" type="subTitle"/>
          </p:nvPr>
        </p:nvSpPr>
        <p:spPr>
          <a:xfrm>
            <a:off x="391800" y="1924375"/>
            <a:ext cx="18894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75" name="Google Shape;175;p28"/>
          <p:cNvPicPr preferRelativeResize="0"/>
          <p:nvPr/>
        </p:nvPicPr>
        <p:blipFill rotWithShape="1">
          <a:blip r:embed="rId2">
            <a:alphaModFix/>
          </a:blip>
          <a:srcRect b="0" l="0" r="2931" t="0"/>
          <a:stretch/>
        </p:blipFill>
        <p:spPr>
          <a:xfrm>
            <a:off x="3511775" y="416500"/>
            <a:ext cx="5632225" cy="4310649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8"/>
          <p:cNvSpPr txBox="1"/>
          <p:nvPr>
            <p:ph idx="2" type="body"/>
          </p:nvPr>
        </p:nvSpPr>
        <p:spPr>
          <a:xfrm>
            <a:off x="354875" y="2524050"/>
            <a:ext cx="3847500" cy="20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7" name="Google Shape;177;p28"/>
          <p:cNvSpPr/>
          <p:nvPr/>
        </p:nvSpPr>
        <p:spPr>
          <a:xfrm>
            <a:off x="8723063" y="4710553"/>
            <a:ext cx="312300" cy="312300"/>
          </a:xfrm>
          <a:prstGeom prst="roundRect">
            <a:avLst>
              <a:gd fmla="val 21222" name="adj"/>
            </a:avLst>
          </a:prstGeom>
          <a:solidFill>
            <a:srgbClr val="F3F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8"/>
          <p:cNvSpPr txBox="1"/>
          <p:nvPr/>
        </p:nvSpPr>
        <p:spPr>
          <a:xfrm>
            <a:off x="8723075" y="4710550"/>
            <a:ext cx="3123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lang="f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fld id="{00000000-1234-1234-1234-123412341234}" type="slidenum">
              <a:rPr b="1" i="0" lang="fr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 i="0" sz="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28"/>
          <p:cNvSpPr txBox="1"/>
          <p:nvPr>
            <p:ph type="title"/>
          </p:nvPr>
        </p:nvSpPr>
        <p:spPr>
          <a:xfrm>
            <a:off x="354875" y="292625"/>
            <a:ext cx="287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0" name="Google Shape;180;p28"/>
          <p:cNvSpPr txBox="1"/>
          <p:nvPr>
            <p:ph idx="3" type="title"/>
          </p:nvPr>
        </p:nvSpPr>
        <p:spPr>
          <a:xfrm>
            <a:off x="354875" y="816075"/>
            <a:ext cx="2870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  <a:defRPr sz="15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pic>
        <p:nvPicPr>
          <p:cNvPr id="181" name="Google Shape;18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550" y="4689900"/>
            <a:ext cx="1057300" cy="35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Half-Background" type="titleOnly">
  <p:cSld name="TITLE_ONLY"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/>
          <p:nvPr/>
        </p:nvSpPr>
        <p:spPr>
          <a:xfrm flipH="1">
            <a:off x="4572000" y="75"/>
            <a:ext cx="4572000" cy="5143500"/>
          </a:xfrm>
          <a:prstGeom prst="round1Rect">
            <a:avLst>
              <a:gd fmla="val 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</a:t>
            </a:r>
            <a:endParaRPr/>
          </a:p>
        </p:txBody>
      </p:sp>
      <p:sp>
        <p:nvSpPr>
          <p:cNvPr id="184" name="Google Shape;184;p29"/>
          <p:cNvSpPr/>
          <p:nvPr/>
        </p:nvSpPr>
        <p:spPr>
          <a:xfrm>
            <a:off x="8723063" y="4710553"/>
            <a:ext cx="312300" cy="312300"/>
          </a:xfrm>
          <a:prstGeom prst="roundRect">
            <a:avLst>
              <a:gd fmla="val 2122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9"/>
          <p:cNvSpPr txBox="1"/>
          <p:nvPr/>
        </p:nvSpPr>
        <p:spPr>
          <a:xfrm>
            <a:off x="8723075" y="4710550"/>
            <a:ext cx="3123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lang="f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fld id="{00000000-1234-1234-1234-123412341234}" type="slidenum">
              <a:rPr b="1" i="0" lang="fr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 i="0" sz="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29"/>
          <p:cNvSpPr/>
          <p:nvPr/>
        </p:nvSpPr>
        <p:spPr>
          <a:xfrm flipH="1">
            <a:off x="-200" y="0"/>
            <a:ext cx="57000" cy="865200"/>
          </a:xfrm>
          <a:prstGeom prst="rect">
            <a:avLst/>
          </a:prstGeom>
          <a:solidFill>
            <a:srgbClr val="C2C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9"/>
          <p:cNvSpPr txBox="1"/>
          <p:nvPr>
            <p:ph idx="1" type="body"/>
          </p:nvPr>
        </p:nvSpPr>
        <p:spPr>
          <a:xfrm>
            <a:off x="354875" y="2045975"/>
            <a:ext cx="3999900" cy="22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8" name="Google Shape;188;p29"/>
          <p:cNvSpPr txBox="1"/>
          <p:nvPr>
            <p:ph idx="2" type="subTitle"/>
          </p:nvPr>
        </p:nvSpPr>
        <p:spPr>
          <a:xfrm>
            <a:off x="354875" y="1581275"/>
            <a:ext cx="39999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9"/>
          <p:cNvSpPr txBox="1"/>
          <p:nvPr>
            <p:ph type="title"/>
          </p:nvPr>
        </p:nvSpPr>
        <p:spPr>
          <a:xfrm>
            <a:off x="354875" y="292625"/>
            <a:ext cx="413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0" name="Google Shape;190;p29"/>
          <p:cNvSpPr txBox="1"/>
          <p:nvPr>
            <p:ph idx="3" type="title"/>
          </p:nvPr>
        </p:nvSpPr>
        <p:spPr>
          <a:xfrm>
            <a:off x="354875" y="816075"/>
            <a:ext cx="4131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  <a:defRPr sz="15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pic>
        <p:nvPicPr>
          <p:cNvPr id="191" name="Google Shape;191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3550" y="4689900"/>
            <a:ext cx="1057300" cy="35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Preview 1">
  <p:cSld name="BLANK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/>
          <p:nvPr/>
        </p:nvSpPr>
        <p:spPr>
          <a:xfrm flipH="1">
            <a:off x="3398100" y="75"/>
            <a:ext cx="5745900" cy="5143500"/>
          </a:xfrm>
          <a:prstGeom prst="round1Rect">
            <a:avLst>
              <a:gd fmla="val 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30"/>
          <p:cNvSpPr/>
          <p:nvPr/>
        </p:nvSpPr>
        <p:spPr>
          <a:xfrm flipH="1">
            <a:off x="-200" y="0"/>
            <a:ext cx="57000" cy="865200"/>
          </a:xfrm>
          <a:prstGeom prst="rect">
            <a:avLst/>
          </a:prstGeom>
          <a:solidFill>
            <a:srgbClr val="C2C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0"/>
          <p:cNvSpPr txBox="1"/>
          <p:nvPr>
            <p:ph idx="1" type="subTitle"/>
          </p:nvPr>
        </p:nvSpPr>
        <p:spPr>
          <a:xfrm>
            <a:off x="391800" y="1924375"/>
            <a:ext cx="18894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96" name="Google Shape;196;p30"/>
          <p:cNvPicPr preferRelativeResize="0"/>
          <p:nvPr/>
        </p:nvPicPr>
        <p:blipFill rotWithShape="1">
          <a:blip r:embed="rId2">
            <a:alphaModFix/>
          </a:blip>
          <a:srcRect b="0" l="0" r="2931" t="0"/>
          <a:stretch/>
        </p:blipFill>
        <p:spPr>
          <a:xfrm>
            <a:off x="3511775" y="416500"/>
            <a:ext cx="5632225" cy="4310649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0"/>
          <p:cNvSpPr txBox="1"/>
          <p:nvPr>
            <p:ph idx="2" type="body"/>
          </p:nvPr>
        </p:nvSpPr>
        <p:spPr>
          <a:xfrm>
            <a:off x="354875" y="2524050"/>
            <a:ext cx="3847500" cy="20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8" name="Google Shape;198;p30"/>
          <p:cNvSpPr/>
          <p:nvPr/>
        </p:nvSpPr>
        <p:spPr>
          <a:xfrm>
            <a:off x="8723063" y="4710553"/>
            <a:ext cx="312300" cy="312300"/>
          </a:xfrm>
          <a:prstGeom prst="roundRect">
            <a:avLst>
              <a:gd fmla="val 21222" name="adj"/>
            </a:avLst>
          </a:prstGeom>
          <a:solidFill>
            <a:srgbClr val="F3F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0"/>
          <p:cNvSpPr txBox="1"/>
          <p:nvPr/>
        </p:nvSpPr>
        <p:spPr>
          <a:xfrm>
            <a:off x="8723075" y="4710550"/>
            <a:ext cx="3123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lang="f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fld id="{00000000-1234-1234-1234-123412341234}" type="slidenum">
              <a:rPr b="1" i="0" lang="fr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 i="0" sz="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30"/>
          <p:cNvSpPr txBox="1"/>
          <p:nvPr>
            <p:ph type="title"/>
          </p:nvPr>
        </p:nvSpPr>
        <p:spPr>
          <a:xfrm>
            <a:off x="354875" y="292625"/>
            <a:ext cx="287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1" name="Google Shape;201;p30"/>
          <p:cNvSpPr txBox="1"/>
          <p:nvPr>
            <p:ph idx="3" type="title"/>
          </p:nvPr>
        </p:nvSpPr>
        <p:spPr>
          <a:xfrm>
            <a:off x="354875" y="816075"/>
            <a:ext cx="2870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  <a:defRPr sz="15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pic>
        <p:nvPicPr>
          <p:cNvPr id="202" name="Google Shape;2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550" y="4689900"/>
            <a:ext cx="1057300" cy="35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Half-Background 1">
  <p:cSld name="TITLE_ONLY_1"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/>
          <p:nvPr/>
        </p:nvSpPr>
        <p:spPr>
          <a:xfrm flipH="1">
            <a:off x="4572000" y="75"/>
            <a:ext cx="4572000" cy="5143500"/>
          </a:xfrm>
          <a:prstGeom prst="round1Rect">
            <a:avLst>
              <a:gd fmla="val 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</a:t>
            </a:r>
            <a:endParaRPr/>
          </a:p>
        </p:txBody>
      </p:sp>
      <p:sp>
        <p:nvSpPr>
          <p:cNvPr id="205" name="Google Shape;205;p31"/>
          <p:cNvSpPr/>
          <p:nvPr/>
        </p:nvSpPr>
        <p:spPr>
          <a:xfrm>
            <a:off x="8723063" y="4710553"/>
            <a:ext cx="312300" cy="312300"/>
          </a:xfrm>
          <a:prstGeom prst="roundRect">
            <a:avLst>
              <a:gd fmla="val 2122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1"/>
          <p:cNvSpPr txBox="1"/>
          <p:nvPr/>
        </p:nvSpPr>
        <p:spPr>
          <a:xfrm>
            <a:off x="8723075" y="4710550"/>
            <a:ext cx="3123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lang="f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fld id="{00000000-1234-1234-1234-123412341234}" type="slidenum">
              <a:rPr b="1" i="0" lang="fr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 i="0" sz="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31"/>
          <p:cNvSpPr/>
          <p:nvPr/>
        </p:nvSpPr>
        <p:spPr>
          <a:xfrm flipH="1">
            <a:off x="-200" y="0"/>
            <a:ext cx="57000" cy="865200"/>
          </a:xfrm>
          <a:prstGeom prst="rect">
            <a:avLst/>
          </a:prstGeom>
          <a:solidFill>
            <a:srgbClr val="C2C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1"/>
          <p:cNvSpPr txBox="1"/>
          <p:nvPr>
            <p:ph idx="1" type="body"/>
          </p:nvPr>
        </p:nvSpPr>
        <p:spPr>
          <a:xfrm>
            <a:off x="354875" y="2045975"/>
            <a:ext cx="3999900" cy="22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9" name="Google Shape;209;p31"/>
          <p:cNvSpPr txBox="1"/>
          <p:nvPr>
            <p:ph idx="2" type="subTitle"/>
          </p:nvPr>
        </p:nvSpPr>
        <p:spPr>
          <a:xfrm>
            <a:off x="354875" y="1581275"/>
            <a:ext cx="39999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1"/>
          <p:cNvSpPr txBox="1"/>
          <p:nvPr>
            <p:ph type="title"/>
          </p:nvPr>
        </p:nvSpPr>
        <p:spPr>
          <a:xfrm>
            <a:off x="354875" y="292625"/>
            <a:ext cx="413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1" name="Google Shape;211;p31"/>
          <p:cNvSpPr txBox="1"/>
          <p:nvPr>
            <p:ph idx="3" type="title"/>
          </p:nvPr>
        </p:nvSpPr>
        <p:spPr>
          <a:xfrm>
            <a:off x="354875" y="816075"/>
            <a:ext cx="4131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  <a:defRPr sz="15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pic>
        <p:nvPicPr>
          <p:cNvPr id="212" name="Google Shape;212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3550" y="4689900"/>
            <a:ext cx="1057300" cy="35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Half-Background 3">
  <p:cSld name="TITLE_ONLY_3"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/>
          <p:nvPr/>
        </p:nvSpPr>
        <p:spPr>
          <a:xfrm flipH="1">
            <a:off x="4572000" y="75"/>
            <a:ext cx="4572000" cy="5143500"/>
          </a:xfrm>
          <a:prstGeom prst="round1Rect">
            <a:avLst>
              <a:gd fmla="val 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2"/>
          <p:cNvSpPr/>
          <p:nvPr/>
        </p:nvSpPr>
        <p:spPr>
          <a:xfrm>
            <a:off x="8723063" y="4710553"/>
            <a:ext cx="312300" cy="312300"/>
          </a:xfrm>
          <a:prstGeom prst="roundRect">
            <a:avLst>
              <a:gd fmla="val 2122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2"/>
          <p:cNvSpPr txBox="1"/>
          <p:nvPr/>
        </p:nvSpPr>
        <p:spPr>
          <a:xfrm>
            <a:off x="8723075" y="4710550"/>
            <a:ext cx="3123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fld id="{00000000-1234-1234-1234-123412341234}" type="slidenum">
              <a:rPr b="1" i="0" lang="fr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 i="0" sz="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32"/>
          <p:cNvSpPr/>
          <p:nvPr/>
        </p:nvSpPr>
        <p:spPr>
          <a:xfrm flipH="1">
            <a:off x="-200" y="0"/>
            <a:ext cx="57000" cy="865200"/>
          </a:xfrm>
          <a:prstGeom prst="rect">
            <a:avLst/>
          </a:prstGeom>
          <a:solidFill>
            <a:srgbClr val="C2C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2"/>
          <p:cNvSpPr txBox="1"/>
          <p:nvPr>
            <p:ph idx="1" type="body"/>
          </p:nvPr>
        </p:nvSpPr>
        <p:spPr>
          <a:xfrm>
            <a:off x="354875" y="2045975"/>
            <a:ext cx="3999900" cy="22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9" name="Google Shape;219;p32"/>
          <p:cNvSpPr txBox="1"/>
          <p:nvPr>
            <p:ph idx="2" type="subTitle"/>
          </p:nvPr>
        </p:nvSpPr>
        <p:spPr>
          <a:xfrm>
            <a:off x="354875" y="1581275"/>
            <a:ext cx="39999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32"/>
          <p:cNvSpPr txBox="1"/>
          <p:nvPr>
            <p:ph type="title"/>
          </p:nvPr>
        </p:nvSpPr>
        <p:spPr>
          <a:xfrm>
            <a:off x="354875" y="292625"/>
            <a:ext cx="413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21" name="Google Shape;221;p32"/>
          <p:cNvSpPr txBox="1"/>
          <p:nvPr>
            <p:ph idx="3" type="title"/>
          </p:nvPr>
        </p:nvSpPr>
        <p:spPr>
          <a:xfrm>
            <a:off x="354875" y="816075"/>
            <a:ext cx="4131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None/>
              <a:defRPr sz="15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222" name="Google Shape;222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3550" y="4689900"/>
            <a:ext cx="1057300" cy="35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Half-Background 2">
  <p:cSld name="TITLE_ONLY_2"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/>
          <p:nvPr/>
        </p:nvSpPr>
        <p:spPr>
          <a:xfrm flipH="1">
            <a:off x="4572000" y="75"/>
            <a:ext cx="4572000" cy="5143500"/>
          </a:xfrm>
          <a:prstGeom prst="round1Rect">
            <a:avLst>
              <a:gd fmla="val 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3"/>
          <p:cNvSpPr/>
          <p:nvPr/>
        </p:nvSpPr>
        <p:spPr>
          <a:xfrm>
            <a:off x="8723063" y="4710553"/>
            <a:ext cx="312300" cy="312300"/>
          </a:xfrm>
          <a:prstGeom prst="roundRect">
            <a:avLst>
              <a:gd fmla="val 2122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3"/>
          <p:cNvSpPr txBox="1"/>
          <p:nvPr/>
        </p:nvSpPr>
        <p:spPr>
          <a:xfrm>
            <a:off x="8723075" y="4710550"/>
            <a:ext cx="3123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fld id="{00000000-1234-1234-1234-123412341234}" type="slidenum">
              <a:rPr b="1" i="0" lang="fr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 i="0" sz="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33"/>
          <p:cNvSpPr/>
          <p:nvPr/>
        </p:nvSpPr>
        <p:spPr>
          <a:xfrm flipH="1">
            <a:off x="-200" y="0"/>
            <a:ext cx="57000" cy="865200"/>
          </a:xfrm>
          <a:prstGeom prst="rect">
            <a:avLst/>
          </a:prstGeom>
          <a:solidFill>
            <a:srgbClr val="C2C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3"/>
          <p:cNvSpPr txBox="1"/>
          <p:nvPr>
            <p:ph idx="1" type="body"/>
          </p:nvPr>
        </p:nvSpPr>
        <p:spPr>
          <a:xfrm>
            <a:off x="354875" y="2045975"/>
            <a:ext cx="3999900" cy="22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9" name="Google Shape;229;p33"/>
          <p:cNvSpPr txBox="1"/>
          <p:nvPr>
            <p:ph idx="2" type="subTitle"/>
          </p:nvPr>
        </p:nvSpPr>
        <p:spPr>
          <a:xfrm>
            <a:off x="354875" y="1581275"/>
            <a:ext cx="39999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33"/>
          <p:cNvSpPr txBox="1"/>
          <p:nvPr>
            <p:ph type="title"/>
          </p:nvPr>
        </p:nvSpPr>
        <p:spPr>
          <a:xfrm>
            <a:off x="354875" y="292625"/>
            <a:ext cx="413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31" name="Google Shape;231;p33"/>
          <p:cNvSpPr txBox="1"/>
          <p:nvPr>
            <p:ph idx="3" type="title"/>
          </p:nvPr>
        </p:nvSpPr>
        <p:spPr>
          <a:xfrm>
            <a:off x="354875" y="816075"/>
            <a:ext cx="4131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None/>
              <a:defRPr sz="15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232" name="Google Shape;232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3550" y="4689900"/>
            <a:ext cx="1057300" cy="35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Blocks 1">
  <p:cSld name="ONE_COLUMN_TEXT_1">
    <p:bg>
      <p:bgPr>
        <a:solidFill>
          <a:srgbClr val="FAFAFA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83373" y="875532"/>
            <a:ext cx="1760625" cy="4267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-1"/>
            <a:ext cx="438975" cy="438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4"/>
          <p:cNvSpPr txBox="1"/>
          <p:nvPr>
            <p:ph type="title"/>
          </p:nvPr>
        </p:nvSpPr>
        <p:spPr>
          <a:xfrm>
            <a:off x="354875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7" name="Google Shape;237;p34"/>
          <p:cNvSpPr txBox="1"/>
          <p:nvPr>
            <p:ph idx="2" type="title"/>
          </p:nvPr>
        </p:nvSpPr>
        <p:spPr>
          <a:xfrm>
            <a:off x="354875" y="816075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  <a:defRPr sz="15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8" name="Google Shape;238;p34"/>
          <p:cNvSpPr/>
          <p:nvPr/>
        </p:nvSpPr>
        <p:spPr>
          <a:xfrm>
            <a:off x="8723063" y="4710553"/>
            <a:ext cx="312300" cy="312300"/>
          </a:xfrm>
          <a:prstGeom prst="roundRect">
            <a:avLst>
              <a:gd fmla="val 2122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4"/>
          <p:cNvSpPr txBox="1"/>
          <p:nvPr/>
        </p:nvSpPr>
        <p:spPr>
          <a:xfrm>
            <a:off x="8723075" y="4710575"/>
            <a:ext cx="3123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lang="f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fld id="{00000000-1234-1234-1234-123412341234}" type="slidenum">
              <a:rPr b="1" i="0" lang="fr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 i="0" sz="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0" name="Google Shape;24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550" y="4689900"/>
            <a:ext cx="1057300" cy="35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Main Point">
  <p:cSld name="MAIN_POINT_1">
    <p:bg>
      <p:bgPr>
        <a:solidFill>
          <a:schemeClr val="lt2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5"/>
          <p:cNvSpPr/>
          <p:nvPr/>
        </p:nvSpPr>
        <p:spPr>
          <a:xfrm rot="-5400000">
            <a:off x="4821125" y="517650"/>
            <a:ext cx="4537800" cy="4108200"/>
          </a:xfrm>
          <a:prstGeom prst="round2SameRect">
            <a:avLst>
              <a:gd fmla="val 5980" name="adj1"/>
              <a:gd fmla="val 0" name="adj2"/>
            </a:avLst>
          </a:prstGeom>
          <a:solidFill>
            <a:srgbClr val="EBE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5"/>
          <p:cNvSpPr/>
          <p:nvPr/>
        </p:nvSpPr>
        <p:spPr>
          <a:xfrm>
            <a:off x="8723063" y="4710553"/>
            <a:ext cx="312300" cy="312300"/>
          </a:xfrm>
          <a:prstGeom prst="roundRect">
            <a:avLst>
              <a:gd fmla="val 21222" name="adj"/>
            </a:avLst>
          </a:prstGeom>
          <a:solidFill>
            <a:srgbClr val="F8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5"/>
          <p:cNvSpPr txBox="1"/>
          <p:nvPr/>
        </p:nvSpPr>
        <p:spPr>
          <a:xfrm>
            <a:off x="8723075" y="4710550"/>
            <a:ext cx="3123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lang="f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fld id="{00000000-1234-1234-1234-123412341234}" type="slidenum">
              <a:rPr b="1" i="0" lang="fr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 i="0" sz="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5"/>
          <p:cNvSpPr txBox="1"/>
          <p:nvPr>
            <p:ph type="title"/>
          </p:nvPr>
        </p:nvSpPr>
        <p:spPr>
          <a:xfrm>
            <a:off x="314075" y="1883950"/>
            <a:ext cx="30747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35"/>
          <p:cNvSpPr txBox="1"/>
          <p:nvPr>
            <p:ph idx="1" type="subTitle"/>
          </p:nvPr>
        </p:nvSpPr>
        <p:spPr>
          <a:xfrm>
            <a:off x="314075" y="2650450"/>
            <a:ext cx="30747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None/>
              <a:defRPr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None/>
              <a:defRPr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None/>
              <a:defRPr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None/>
              <a:defRPr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None/>
              <a:defRPr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None/>
              <a:defRPr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None/>
              <a:defRPr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None/>
              <a:defRPr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None/>
              <a:defRPr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247" name="Google Shape;247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3550" y="4689900"/>
            <a:ext cx="1057300" cy="35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Main Point 1">
  <p:cSld name="MAIN_POINT_1_1">
    <p:bg>
      <p:bgPr>
        <a:solidFill>
          <a:schemeClr val="lt2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6"/>
          <p:cNvSpPr/>
          <p:nvPr/>
        </p:nvSpPr>
        <p:spPr>
          <a:xfrm rot="-5400000">
            <a:off x="4821125" y="517650"/>
            <a:ext cx="4537800" cy="4108200"/>
          </a:xfrm>
          <a:prstGeom prst="round2SameRect">
            <a:avLst>
              <a:gd fmla="val 5980" name="adj1"/>
              <a:gd fmla="val 0" name="adj2"/>
            </a:avLst>
          </a:prstGeom>
          <a:solidFill>
            <a:srgbClr val="EBE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6"/>
          <p:cNvSpPr/>
          <p:nvPr/>
        </p:nvSpPr>
        <p:spPr>
          <a:xfrm>
            <a:off x="8723063" y="4710553"/>
            <a:ext cx="312300" cy="312300"/>
          </a:xfrm>
          <a:prstGeom prst="roundRect">
            <a:avLst>
              <a:gd fmla="val 21222" name="adj"/>
            </a:avLst>
          </a:prstGeom>
          <a:solidFill>
            <a:srgbClr val="F8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6"/>
          <p:cNvSpPr txBox="1"/>
          <p:nvPr/>
        </p:nvSpPr>
        <p:spPr>
          <a:xfrm>
            <a:off x="8723075" y="4710550"/>
            <a:ext cx="3123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lang="f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fld id="{00000000-1234-1234-1234-123412341234}" type="slidenum">
              <a:rPr b="1" i="0" lang="fr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 i="0" sz="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36"/>
          <p:cNvSpPr txBox="1"/>
          <p:nvPr>
            <p:ph type="title"/>
          </p:nvPr>
        </p:nvSpPr>
        <p:spPr>
          <a:xfrm>
            <a:off x="314075" y="1883950"/>
            <a:ext cx="30747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36"/>
          <p:cNvSpPr txBox="1"/>
          <p:nvPr>
            <p:ph idx="1" type="subTitle"/>
          </p:nvPr>
        </p:nvSpPr>
        <p:spPr>
          <a:xfrm>
            <a:off x="314075" y="2650450"/>
            <a:ext cx="30747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None/>
              <a:defRPr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None/>
              <a:defRPr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None/>
              <a:defRPr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None/>
              <a:defRPr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None/>
              <a:defRPr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None/>
              <a:defRPr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None/>
              <a:defRPr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None/>
              <a:defRPr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None/>
              <a:defRPr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Vide 2">
  <p:cSld name="1_Vide_2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7"/>
          <p:cNvSpPr txBox="1"/>
          <p:nvPr>
            <p:ph idx="1" type="body"/>
          </p:nvPr>
        </p:nvSpPr>
        <p:spPr>
          <a:xfrm>
            <a:off x="539550" y="265600"/>
            <a:ext cx="80649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3000"/>
              <a:buFont typeface="Arial"/>
              <a:buNone/>
              <a:defRPr b="1" i="0" sz="3000" u="none" cap="none" strike="noStrike">
                <a:solidFill>
                  <a:srgbClr val="22222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Arial"/>
              <a:buNone/>
              <a:defRPr b="1" i="0" sz="1500" u="none" cap="none" strike="noStrike">
                <a:solidFill>
                  <a:srgbClr val="22222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22222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2222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2222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6" name="Google Shape;256;p37"/>
          <p:cNvSpPr/>
          <p:nvPr/>
        </p:nvSpPr>
        <p:spPr>
          <a:xfrm flipH="1">
            <a:off x="-200" y="0"/>
            <a:ext cx="57000" cy="865200"/>
          </a:xfrm>
          <a:prstGeom prst="rect">
            <a:avLst/>
          </a:prstGeom>
          <a:solidFill>
            <a:srgbClr val="C2C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page 1">
  <p:cSld name="CUSTOM_6_1_1">
    <p:bg>
      <p:bgPr>
        <a:solidFill>
          <a:srgbClr val="EBEBFD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38"/>
          <p:cNvPicPr preferRelativeResize="0"/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8"/>
          <p:cNvSpPr/>
          <p:nvPr/>
        </p:nvSpPr>
        <p:spPr>
          <a:xfrm>
            <a:off x="1896450" y="1292675"/>
            <a:ext cx="5351100" cy="2614500"/>
          </a:xfrm>
          <a:prstGeom prst="roundRect">
            <a:avLst>
              <a:gd fmla="val 7673" name="adj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8"/>
          <p:cNvSpPr txBox="1"/>
          <p:nvPr/>
        </p:nvSpPr>
        <p:spPr>
          <a:xfrm>
            <a:off x="2636250" y="2119100"/>
            <a:ext cx="3871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400">
                <a:solidFill>
                  <a:schemeClr val="accen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Merci</a:t>
            </a:r>
            <a:endParaRPr sz="3400">
              <a:solidFill>
                <a:schemeClr val="accent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pour votre attention</a:t>
            </a:r>
            <a:endParaRPr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1" name="Google Shape;261;p38"/>
          <p:cNvPicPr preferRelativeResize="0"/>
          <p:nvPr/>
        </p:nvPicPr>
        <p:blipFill rotWithShape="1">
          <a:blip r:embed="rId3">
            <a:alphaModFix/>
          </a:blip>
          <a:srcRect b="0" l="0" r="4798" t="20502"/>
          <a:stretch/>
        </p:blipFill>
        <p:spPr>
          <a:xfrm>
            <a:off x="6122175" y="0"/>
            <a:ext cx="3021825" cy="2245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800" y="3091800"/>
            <a:ext cx="3439449" cy="205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0169" y="3513194"/>
            <a:ext cx="1163675" cy="92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08150" y="379301"/>
            <a:ext cx="2527698" cy="84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08">
          <p15:clr>
            <a:srgbClr val="FA7B17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Picture 1">
  <p:cSld name="TITLE_AND_BODY_3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9"/>
          <p:cNvSpPr/>
          <p:nvPr>
            <p:ph idx="2" type="pic"/>
          </p:nvPr>
        </p:nvSpPr>
        <p:spPr>
          <a:xfrm>
            <a:off x="4664100" y="113600"/>
            <a:ext cx="4371300" cy="4909200"/>
          </a:xfrm>
          <a:prstGeom prst="roundRect">
            <a:avLst>
              <a:gd fmla="val 5383" name="adj"/>
            </a:avLst>
          </a:prstGeom>
          <a:noFill/>
          <a:ln>
            <a:noFill/>
          </a:ln>
        </p:spPr>
      </p:sp>
      <p:sp>
        <p:nvSpPr>
          <p:cNvPr id="267" name="Google Shape;267;p39"/>
          <p:cNvSpPr/>
          <p:nvPr/>
        </p:nvSpPr>
        <p:spPr>
          <a:xfrm flipH="1">
            <a:off x="-200" y="0"/>
            <a:ext cx="57000" cy="865200"/>
          </a:xfrm>
          <a:prstGeom prst="rect">
            <a:avLst/>
          </a:prstGeom>
          <a:solidFill>
            <a:srgbClr val="C2C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9"/>
          <p:cNvSpPr txBox="1"/>
          <p:nvPr>
            <p:ph type="title"/>
          </p:nvPr>
        </p:nvSpPr>
        <p:spPr>
          <a:xfrm>
            <a:off x="354875" y="292625"/>
            <a:ext cx="413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9" name="Google Shape;269;p39"/>
          <p:cNvSpPr txBox="1"/>
          <p:nvPr>
            <p:ph idx="3" type="title"/>
          </p:nvPr>
        </p:nvSpPr>
        <p:spPr>
          <a:xfrm>
            <a:off x="354875" y="816075"/>
            <a:ext cx="4131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  <a:defRPr sz="15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70" name="Google Shape;270;p39"/>
          <p:cNvSpPr txBox="1"/>
          <p:nvPr>
            <p:ph idx="1" type="body"/>
          </p:nvPr>
        </p:nvSpPr>
        <p:spPr>
          <a:xfrm>
            <a:off x="354875" y="2045975"/>
            <a:ext cx="3999900" cy="22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71" name="Google Shape;271;p39"/>
          <p:cNvSpPr txBox="1"/>
          <p:nvPr>
            <p:ph idx="4" type="subTitle"/>
          </p:nvPr>
        </p:nvSpPr>
        <p:spPr>
          <a:xfrm>
            <a:off x="354875" y="1581275"/>
            <a:ext cx="39999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2" name="Google Shape;272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3550" y="4689900"/>
            <a:ext cx="1057300" cy="35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K] Beige + Nav 1">
  <p:cSld name="TITLE_4">
    <p:bg>
      <p:bgPr>
        <a:solidFill>
          <a:schemeClr val="accent3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75" name="Google Shape;275;p40" title="Logo Kameleoon Black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5375" y="241925"/>
            <a:ext cx="898375" cy="12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2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41" title="Logo Kameleoon 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1113" y="457900"/>
            <a:ext cx="1441777" cy="19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41"/>
          <p:cNvSpPr/>
          <p:nvPr/>
        </p:nvSpPr>
        <p:spPr>
          <a:xfrm>
            <a:off x="4153950" y="1425575"/>
            <a:ext cx="836100" cy="210000"/>
          </a:xfrm>
          <a:prstGeom prst="roundRect">
            <a:avLst>
              <a:gd fmla="val 2871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dk1"/>
                </a:solidFill>
                <a:latin typeface="Noto Sans Mono SemiBold"/>
                <a:ea typeface="Noto Sans Mono SemiBold"/>
                <a:cs typeface="Noto Sans Mono SemiBold"/>
                <a:sym typeface="Noto Sans Mono SemiBold"/>
              </a:rPr>
              <a:t>dd/mm/2025</a:t>
            </a:r>
            <a:endParaRPr sz="900">
              <a:solidFill>
                <a:schemeClr val="dk1"/>
              </a:solidFill>
              <a:latin typeface="Noto Sans Mono SemiBold"/>
              <a:ea typeface="Noto Sans Mono SemiBold"/>
              <a:cs typeface="Noto Sans Mono SemiBold"/>
              <a:sym typeface="Noto Sans Mono SemiBold"/>
            </a:endParaRPr>
          </a:p>
        </p:txBody>
      </p:sp>
      <p:sp>
        <p:nvSpPr>
          <p:cNvPr id="282" name="Google Shape;282;p41"/>
          <p:cNvSpPr txBox="1"/>
          <p:nvPr/>
        </p:nvSpPr>
        <p:spPr>
          <a:xfrm>
            <a:off x="1026375" y="1586125"/>
            <a:ext cx="7091400" cy="19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5200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Opportunity meeting</a:t>
            </a:r>
            <a:endParaRPr sz="5200"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Template to use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2"/>
          <p:cNvSpPr txBox="1"/>
          <p:nvPr/>
        </p:nvSpPr>
        <p:spPr>
          <a:xfrm>
            <a:off x="571500" y="907200"/>
            <a:ext cx="30339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Agenda</a:t>
            </a:r>
            <a:endParaRPr sz="3600"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8" name="Google Shape;288;p42"/>
          <p:cNvSpPr/>
          <p:nvPr/>
        </p:nvSpPr>
        <p:spPr>
          <a:xfrm>
            <a:off x="571500" y="2162550"/>
            <a:ext cx="565200" cy="565200"/>
          </a:xfrm>
          <a:prstGeom prst="roundRect">
            <a:avLst>
              <a:gd fmla="val 16667" name="adj"/>
            </a:avLst>
          </a:prstGeom>
          <a:solidFill>
            <a:srgbClr val="FFFFFF">
              <a:alpha val="7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1</a:t>
            </a:r>
            <a:endParaRPr sz="2000"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289" name="Google Shape;289;p42"/>
          <p:cNvSpPr txBox="1"/>
          <p:nvPr/>
        </p:nvSpPr>
        <p:spPr>
          <a:xfrm>
            <a:off x="1433125" y="2337450"/>
            <a:ext cx="2255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Problem statement</a:t>
            </a:r>
            <a:endParaRPr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290" name="Google Shape;290;p42"/>
          <p:cNvSpPr/>
          <p:nvPr/>
        </p:nvSpPr>
        <p:spPr>
          <a:xfrm>
            <a:off x="571500" y="2916823"/>
            <a:ext cx="565200" cy="565200"/>
          </a:xfrm>
          <a:prstGeom prst="roundRect">
            <a:avLst>
              <a:gd fmla="val 16667" name="adj"/>
            </a:avLst>
          </a:prstGeom>
          <a:solidFill>
            <a:srgbClr val="FFFFFF">
              <a:alpha val="7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2</a:t>
            </a:r>
            <a:endParaRPr sz="2000"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291" name="Google Shape;291;p42"/>
          <p:cNvSpPr txBox="1"/>
          <p:nvPr/>
        </p:nvSpPr>
        <p:spPr>
          <a:xfrm>
            <a:off x="5506950" y="2337443"/>
            <a:ext cx="2255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Proposed solution</a:t>
            </a:r>
            <a:endParaRPr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292" name="Google Shape;292;p42"/>
          <p:cNvSpPr/>
          <p:nvPr/>
        </p:nvSpPr>
        <p:spPr>
          <a:xfrm>
            <a:off x="4636950" y="3671088"/>
            <a:ext cx="565200" cy="565200"/>
          </a:xfrm>
          <a:prstGeom prst="roundRect">
            <a:avLst>
              <a:gd fmla="val 16667" name="adj"/>
            </a:avLst>
          </a:prstGeom>
          <a:solidFill>
            <a:srgbClr val="FFFFFF">
              <a:alpha val="7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6</a:t>
            </a:r>
            <a:endParaRPr sz="2000"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293" name="Google Shape;293;p42"/>
          <p:cNvSpPr txBox="1"/>
          <p:nvPr/>
        </p:nvSpPr>
        <p:spPr>
          <a:xfrm>
            <a:off x="5506950" y="3846000"/>
            <a:ext cx="3636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Decision</a:t>
            </a:r>
            <a:endParaRPr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294" name="Google Shape;294;p42"/>
          <p:cNvSpPr/>
          <p:nvPr/>
        </p:nvSpPr>
        <p:spPr>
          <a:xfrm>
            <a:off x="4636950" y="2916815"/>
            <a:ext cx="565200" cy="565200"/>
          </a:xfrm>
          <a:prstGeom prst="roundRect">
            <a:avLst>
              <a:gd fmla="val 16667" name="adj"/>
            </a:avLst>
          </a:prstGeom>
          <a:solidFill>
            <a:srgbClr val="FFFFFF">
              <a:alpha val="7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5</a:t>
            </a:r>
            <a:endParaRPr sz="2000"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295" name="Google Shape;295;p42"/>
          <p:cNvSpPr txBox="1"/>
          <p:nvPr/>
        </p:nvSpPr>
        <p:spPr>
          <a:xfrm>
            <a:off x="5506950" y="3091715"/>
            <a:ext cx="2772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Open discussion</a:t>
            </a:r>
            <a:endParaRPr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296" name="Google Shape;296;p42"/>
          <p:cNvSpPr/>
          <p:nvPr/>
        </p:nvSpPr>
        <p:spPr>
          <a:xfrm>
            <a:off x="4636950" y="2162543"/>
            <a:ext cx="565200" cy="565200"/>
          </a:xfrm>
          <a:prstGeom prst="roundRect">
            <a:avLst>
              <a:gd fmla="val 16667" name="adj"/>
            </a:avLst>
          </a:prstGeom>
          <a:solidFill>
            <a:srgbClr val="FFFFFF">
              <a:alpha val="7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4</a:t>
            </a:r>
            <a:endParaRPr sz="2000"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297" name="Google Shape;297;p42"/>
          <p:cNvSpPr txBox="1"/>
          <p:nvPr/>
        </p:nvSpPr>
        <p:spPr>
          <a:xfrm>
            <a:off x="1453776" y="3845995"/>
            <a:ext cx="2448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Competition</a:t>
            </a:r>
            <a:endParaRPr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298" name="Google Shape;298;p42"/>
          <p:cNvSpPr/>
          <p:nvPr/>
        </p:nvSpPr>
        <p:spPr>
          <a:xfrm>
            <a:off x="571500" y="3671095"/>
            <a:ext cx="565200" cy="565200"/>
          </a:xfrm>
          <a:prstGeom prst="roundRect">
            <a:avLst>
              <a:gd fmla="val 16667" name="adj"/>
            </a:avLst>
          </a:prstGeom>
          <a:solidFill>
            <a:srgbClr val="FFFFFF">
              <a:alpha val="7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3</a:t>
            </a:r>
            <a:endParaRPr sz="2000"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299" name="Google Shape;299;p42"/>
          <p:cNvSpPr txBox="1"/>
          <p:nvPr/>
        </p:nvSpPr>
        <p:spPr>
          <a:xfrm>
            <a:off x="1433125" y="3091725"/>
            <a:ext cx="2547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Why it should be addressed?</a:t>
            </a:r>
            <a:endParaRPr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300" name="Google Shape;300;p42"/>
          <p:cNvSpPr txBox="1"/>
          <p:nvPr/>
        </p:nvSpPr>
        <p:spPr>
          <a:xfrm>
            <a:off x="7513875" y="144725"/>
            <a:ext cx="13992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Confidential</a:t>
            </a:r>
            <a:endParaRPr sz="800">
              <a:solidFill>
                <a:schemeClr val="dk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3"/>
          <p:cNvSpPr txBox="1"/>
          <p:nvPr/>
        </p:nvSpPr>
        <p:spPr>
          <a:xfrm>
            <a:off x="1689900" y="1586114"/>
            <a:ext cx="5764200" cy="19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4400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Problem statement</a:t>
            </a:r>
            <a:endParaRPr sz="4400"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06" name="Google Shape;306;p43" title="Logo Kameleoon 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1100" y="457900"/>
            <a:ext cx="1441777" cy="19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43"/>
          <p:cNvSpPr/>
          <p:nvPr/>
        </p:nvSpPr>
        <p:spPr>
          <a:xfrm>
            <a:off x="4057050" y="1376125"/>
            <a:ext cx="1029900" cy="210000"/>
          </a:xfrm>
          <a:prstGeom prst="roundRect">
            <a:avLst>
              <a:gd fmla="val 28715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FFFFFF"/>
                </a:solidFill>
                <a:latin typeface="Noto Sans Mono SemiBold"/>
                <a:ea typeface="Noto Sans Mono SemiBold"/>
                <a:cs typeface="Noto Sans Mono SemiBold"/>
                <a:sym typeface="Noto Sans Mono SemiBold"/>
              </a:rPr>
              <a:t>01</a:t>
            </a:r>
            <a:endParaRPr sz="900">
              <a:solidFill>
                <a:srgbClr val="FFFFFF"/>
              </a:solidFill>
              <a:latin typeface="Noto Sans Mono SemiBold"/>
              <a:ea typeface="Noto Sans Mono SemiBold"/>
              <a:cs typeface="Noto Sans Mono SemiBold"/>
              <a:sym typeface="Noto Sans Mono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4"/>
          <p:cNvSpPr txBox="1"/>
          <p:nvPr/>
        </p:nvSpPr>
        <p:spPr>
          <a:xfrm>
            <a:off x="517500" y="1443100"/>
            <a:ext cx="2440200" cy="23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User Persona</a:t>
            </a:r>
            <a:endParaRPr sz="2400"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f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Describe </a:t>
            </a:r>
            <a:r>
              <a:rPr b="1" lang="f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who</a:t>
            </a:r>
            <a:r>
              <a:rPr lang="f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f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is affected </a:t>
            </a:r>
            <a:r>
              <a:rPr lang="f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by the issue </a:t>
            </a:r>
            <a:r>
              <a:rPr b="1" lang="f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and</a:t>
            </a:r>
            <a:r>
              <a:rPr lang="f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estimate </a:t>
            </a:r>
            <a:r>
              <a:rPr b="1" lang="f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how many</a:t>
            </a:r>
            <a:r>
              <a:rPr lang="f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people are impacted.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3" name="Google Shape;313;p44"/>
          <p:cNvSpPr txBox="1"/>
          <p:nvPr/>
        </p:nvSpPr>
        <p:spPr>
          <a:xfrm>
            <a:off x="3705825" y="681150"/>
            <a:ext cx="5030400" cy="3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-166199" lvl="0" marL="179999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●"/>
            </a:pPr>
            <a:r>
              <a:rPr b="1" lang="fr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Customer Type: </a:t>
            </a:r>
            <a:r>
              <a:rPr lang="fr" sz="12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{ Enterprise (focus) / SME-SMB / Starter user / Prospect /  Partner / Internal / All }</a:t>
            </a:r>
            <a:endParaRPr sz="12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66199" lvl="0" marL="179999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●"/>
            </a:pPr>
            <a:r>
              <a:rPr b="1" lang="fr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Product offer:</a:t>
            </a:r>
            <a:r>
              <a:rPr lang="fr" sz="12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 { Web Experimentation / Feature Experimentation  / Both }</a:t>
            </a:r>
            <a:endParaRPr sz="12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66199" lvl="0" marL="179999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●"/>
            </a:pPr>
            <a:r>
              <a:rPr b="1" lang="fr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Industry: </a:t>
            </a:r>
            <a:r>
              <a:rPr lang="fr" sz="12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{ Specific to an industry / Cross-industry }</a:t>
            </a:r>
            <a:endParaRPr sz="12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66199" lvl="0" marL="179999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●"/>
            </a:pPr>
            <a:r>
              <a:rPr b="1" lang="fr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User segment: </a:t>
            </a:r>
            <a:r>
              <a:rPr lang="fr" sz="12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{ Marketers, Product Managers, Developers, Data Analysts }</a:t>
            </a:r>
            <a:endParaRPr sz="12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66199" lvl="0" marL="179999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●"/>
            </a:pPr>
            <a:r>
              <a:rPr b="1" lang="fr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Specific criteria:</a:t>
            </a:r>
            <a:r>
              <a:rPr lang="fr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fr" sz="12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{ Describe any user-specific criteria, such as user rights or specific configurations… }</a:t>
            </a:r>
            <a:endParaRPr sz="12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66199" lvl="0" marL="179999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●"/>
            </a:pPr>
            <a:r>
              <a:rPr b="1" lang="fr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Customers names or reporters: </a:t>
            </a:r>
            <a:r>
              <a:rPr lang="fr" sz="12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{ Names }</a:t>
            </a:r>
            <a:endParaRPr sz="12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66199" lvl="0" marL="179999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2"/>
              </a:buClr>
              <a:buSzPts val="1200"/>
              <a:buFont typeface="Inter"/>
              <a:buChar char="●"/>
            </a:pPr>
            <a:r>
              <a:rPr b="1" lang="fr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Reach (#people impacted): </a:t>
            </a:r>
            <a:r>
              <a:rPr b="1" lang="fr" sz="12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fr" sz="12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{ Evaluate the number or the portion of impacted users }</a:t>
            </a:r>
            <a:endParaRPr sz="12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4" name="Google Shape;314;p44"/>
          <p:cNvSpPr/>
          <p:nvPr/>
        </p:nvSpPr>
        <p:spPr>
          <a:xfrm>
            <a:off x="517500" y="1357975"/>
            <a:ext cx="993600" cy="166800"/>
          </a:xfrm>
          <a:prstGeom prst="roundRect">
            <a:avLst>
              <a:gd fmla="val 2871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chemeClr val="dk1"/>
                </a:solidFill>
                <a:latin typeface="Noto Sans Mono SemiBold"/>
                <a:ea typeface="Noto Sans Mono SemiBold"/>
                <a:cs typeface="Noto Sans Mono SemiBold"/>
                <a:sym typeface="Noto Sans Mono SemiBold"/>
              </a:rPr>
              <a:t>PROBLEM STATEMENT</a:t>
            </a:r>
            <a:endParaRPr sz="700">
              <a:solidFill>
                <a:schemeClr val="dk1"/>
              </a:solidFill>
              <a:latin typeface="Noto Sans Mono SemiBold"/>
              <a:ea typeface="Noto Sans Mono SemiBold"/>
              <a:cs typeface="Noto Sans Mono SemiBold"/>
              <a:sym typeface="Noto Sans Mono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5"/>
          <p:cNvSpPr txBox="1"/>
          <p:nvPr/>
        </p:nvSpPr>
        <p:spPr>
          <a:xfrm>
            <a:off x="517500" y="1443100"/>
            <a:ext cx="2440200" cy="23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Problem description</a:t>
            </a:r>
            <a:endParaRPr sz="2400"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f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Use the </a:t>
            </a:r>
            <a:r>
              <a:rPr lang="f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template to describe the problem. If you have many, do it for each one.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0" name="Google Shape;320;p45"/>
          <p:cNvSpPr txBox="1"/>
          <p:nvPr/>
        </p:nvSpPr>
        <p:spPr>
          <a:xfrm>
            <a:off x="3705825" y="681150"/>
            <a:ext cx="50304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As a</a:t>
            </a:r>
            <a:r>
              <a:rPr lang="fr" sz="12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b="1" lang="fr" sz="12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{ PERSONA } </a:t>
            </a:r>
            <a:endParaRPr b="1" sz="12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when I want to</a:t>
            </a:r>
            <a:r>
              <a:rPr lang="fr" sz="12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b="1" lang="fr" sz="12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{ DO THE FOLLOWING ACTION }</a:t>
            </a:r>
            <a:endParaRPr b="1" sz="12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I get the following problem </a:t>
            </a:r>
            <a:r>
              <a:rPr b="1" lang="fr" sz="12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{ DESCRIBE THE PAIN POINTS }</a:t>
            </a:r>
            <a:endParaRPr b="1" sz="12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6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Today, we</a:t>
            </a:r>
            <a:r>
              <a:rPr lang="fr" sz="1200">
                <a:solidFill>
                  <a:schemeClr val="accent6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b="1" lang="fr" sz="12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{ CAN / CAN’T }</a:t>
            </a:r>
            <a:r>
              <a:rPr b="1" lang="fr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fr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use a workaround to solve this issue</a:t>
            </a:r>
            <a:r>
              <a:rPr lang="fr" sz="1200">
                <a:solidFill>
                  <a:schemeClr val="accent6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b="1" lang="fr" sz="12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{ if “can”, DESCRIBE THE WORKAROUND } </a:t>
            </a:r>
            <a:endParaRPr b="1" sz="12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1" name="Google Shape;321;p45"/>
          <p:cNvSpPr/>
          <p:nvPr/>
        </p:nvSpPr>
        <p:spPr>
          <a:xfrm>
            <a:off x="517500" y="1357975"/>
            <a:ext cx="993600" cy="166800"/>
          </a:xfrm>
          <a:prstGeom prst="roundRect">
            <a:avLst>
              <a:gd fmla="val 2871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chemeClr val="dk1"/>
                </a:solidFill>
                <a:latin typeface="Noto Sans Mono SemiBold"/>
                <a:ea typeface="Noto Sans Mono SemiBold"/>
                <a:cs typeface="Noto Sans Mono SemiBold"/>
                <a:sym typeface="Noto Sans Mono SemiBold"/>
              </a:rPr>
              <a:t>PROBLEM STATEMENT</a:t>
            </a:r>
            <a:endParaRPr sz="700">
              <a:solidFill>
                <a:schemeClr val="dk1"/>
              </a:solidFill>
              <a:latin typeface="Noto Sans Mono SemiBold"/>
              <a:ea typeface="Noto Sans Mono SemiBold"/>
              <a:cs typeface="Noto Sans Mono SemiBold"/>
              <a:sym typeface="Noto Sans Mono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6"/>
          <p:cNvSpPr txBox="1"/>
          <p:nvPr/>
        </p:nvSpPr>
        <p:spPr>
          <a:xfrm>
            <a:off x="517500" y="1443100"/>
            <a:ext cx="2440200" cy="23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What is the origin of the problem?</a:t>
            </a:r>
            <a:endParaRPr sz="2400"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f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How did you discover this problem? What’s the source of the issue?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7" name="Google Shape;327;p46"/>
          <p:cNvSpPr txBox="1"/>
          <p:nvPr/>
        </p:nvSpPr>
        <p:spPr>
          <a:xfrm>
            <a:off x="3705825" y="681150"/>
            <a:ext cx="5030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As a </a:t>
            </a:r>
            <a:r>
              <a:rPr b="1" lang="fr" sz="12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{ PM }</a:t>
            </a:r>
            <a:r>
              <a:rPr lang="fr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, I discovered this problem thanks to  </a:t>
            </a:r>
            <a:endParaRPr sz="1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{ EXPLAIN HOW YOU DISCOVERED IT  - ex: data analysis; a customer e-mail; Productboard… } </a:t>
            </a:r>
            <a:endParaRPr b="1" sz="12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28" name="Google Shape;328;p46"/>
          <p:cNvSpPr/>
          <p:nvPr/>
        </p:nvSpPr>
        <p:spPr>
          <a:xfrm>
            <a:off x="517500" y="1357975"/>
            <a:ext cx="993600" cy="166800"/>
          </a:xfrm>
          <a:prstGeom prst="roundRect">
            <a:avLst>
              <a:gd fmla="val 2871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chemeClr val="dk1"/>
                </a:solidFill>
                <a:latin typeface="Noto Sans Mono SemiBold"/>
                <a:ea typeface="Noto Sans Mono SemiBold"/>
                <a:cs typeface="Noto Sans Mono SemiBold"/>
                <a:sym typeface="Noto Sans Mono SemiBold"/>
              </a:rPr>
              <a:t>PROBLEM STATEMENT</a:t>
            </a:r>
            <a:endParaRPr sz="700">
              <a:solidFill>
                <a:schemeClr val="dk1"/>
              </a:solidFill>
              <a:latin typeface="Noto Sans Mono SemiBold"/>
              <a:ea typeface="Noto Sans Mono SemiBold"/>
              <a:cs typeface="Noto Sans Mono SemiBold"/>
              <a:sym typeface="Noto Sans Mono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7"/>
          <p:cNvSpPr txBox="1"/>
          <p:nvPr/>
        </p:nvSpPr>
        <p:spPr>
          <a:xfrm>
            <a:off x="1515500" y="1586125"/>
            <a:ext cx="6184500" cy="19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4400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Why should we address </a:t>
            </a:r>
            <a:r>
              <a:rPr lang="fr" sz="4400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problem</a:t>
            </a:r>
            <a:r>
              <a:rPr lang="fr" sz="4400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?</a:t>
            </a:r>
            <a:endParaRPr sz="4400"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34" name="Google Shape;334;p47" title="Logo Kameleoon 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1100" y="457900"/>
            <a:ext cx="1441777" cy="19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47"/>
          <p:cNvSpPr/>
          <p:nvPr/>
        </p:nvSpPr>
        <p:spPr>
          <a:xfrm>
            <a:off x="4057050" y="1376125"/>
            <a:ext cx="1029900" cy="210000"/>
          </a:xfrm>
          <a:prstGeom prst="roundRect">
            <a:avLst>
              <a:gd fmla="val 28715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FFFFFF"/>
                </a:solidFill>
                <a:latin typeface="Noto Sans Mono SemiBold"/>
                <a:ea typeface="Noto Sans Mono SemiBold"/>
                <a:cs typeface="Noto Sans Mono SemiBold"/>
                <a:sym typeface="Noto Sans Mono SemiBold"/>
              </a:rPr>
              <a:t>02</a:t>
            </a:r>
            <a:endParaRPr sz="900">
              <a:solidFill>
                <a:srgbClr val="FFFFFF"/>
              </a:solidFill>
              <a:latin typeface="Noto Sans Mono SemiBold"/>
              <a:ea typeface="Noto Sans Mono SemiBold"/>
              <a:cs typeface="Noto Sans Mono SemiBold"/>
              <a:sym typeface="Noto Sans Mono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8"/>
          <p:cNvSpPr txBox="1"/>
          <p:nvPr/>
        </p:nvSpPr>
        <p:spPr>
          <a:xfrm>
            <a:off x="571500" y="774445"/>
            <a:ext cx="4978500" cy="57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2400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Which OKR is connected?</a:t>
            </a:r>
            <a:endParaRPr sz="2400">
              <a:solidFill>
                <a:schemeClr val="dk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341" name="Google Shape;341;p48"/>
          <p:cNvSpPr/>
          <p:nvPr/>
        </p:nvSpPr>
        <p:spPr>
          <a:xfrm>
            <a:off x="571500" y="607650"/>
            <a:ext cx="537600" cy="166800"/>
          </a:xfrm>
          <a:prstGeom prst="roundRect">
            <a:avLst>
              <a:gd fmla="val 2871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chemeClr val="dk1"/>
                </a:solidFill>
                <a:latin typeface="Noto Sans Mono SemiBold"/>
                <a:ea typeface="Noto Sans Mono SemiBold"/>
                <a:cs typeface="Noto Sans Mono SemiBold"/>
                <a:sym typeface="Noto Sans Mono SemiBold"/>
              </a:rPr>
              <a:t>WHY</a:t>
            </a:r>
            <a:endParaRPr sz="700">
              <a:solidFill>
                <a:schemeClr val="dk1"/>
              </a:solidFill>
              <a:latin typeface="Noto Sans Mono SemiBold"/>
              <a:ea typeface="Noto Sans Mono SemiBold"/>
              <a:cs typeface="Noto Sans Mono SemiBold"/>
              <a:sym typeface="Noto Sans Mono SemiBold"/>
            </a:endParaRPr>
          </a:p>
        </p:txBody>
      </p:sp>
      <p:sp>
        <p:nvSpPr>
          <p:cNvPr id="342" name="Google Shape;342;p48"/>
          <p:cNvSpPr txBox="1"/>
          <p:nvPr/>
        </p:nvSpPr>
        <p:spPr>
          <a:xfrm>
            <a:off x="504625" y="1248550"/>
            <a:ext cx="5313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f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Explain how this opportunity is connected to your OKRs.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343" name="Google Shape;343;p48"/>
          <p:cNvGraphicFramePr/>
          <p:nvPr/>
        </p:nvGraphicFramePr>
        <p:xfrm>
          <a:off x="571500" y="1893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{E86DC6C7-2922-471B-9948-0979CD2733C9}</a:tableStyleId>
              </a:tblPr>
              <a:tblGrid>
                <a:gridCol w="4081125"/>
                <a:gridCol w="4081125"/>
              </a:tblGrid>
              <a:tr h="43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accent3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Linked OKR</a:t>
                      </a:r>
                      <a:endParaRPr>
                        <a:solidFill>
                          <a:schemeClr val="accent3"/>
                        </a:solidFill>
                        <a:latin typeface="Plus Jakarta Sans Medium"/>
                        <a:ea typeface="Plus Jakarta Sans Medium"/>
                        <a:cs typeface="Plus Jakarta Sans Medium"/>
                        <a:sym typeface="Plus Jakarta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accent3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Why?</a:t>
                      </a:r>
                      <a:endParaRPr>
                        <a:solidFill>
                          <a:schemeClr val="accent3"/>
                        </a:solidFill>
                        <a:latin typeface="Plus Jakarta Sans Medium"/>
                        <a:ea typeface="Plus Jakarta Sans Medium"/>
                        <a:cs typeface="Plus Jakarta Sans Medium"/>
                        <a:sym typeface="Plus Jakarta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76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Indicate which OKR is connected to this opportunity.</a:t>
                      </a:r>
                      <a:br>
                        <a:rPr lang="fr" sz="1000"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lang="fr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Add one row for each involved OKR.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Explain why it is connected. Detail your answer with bullet points.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90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>
                          <a:solidFill>
                            <a:schemeClr val="accen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 REPLACE } </a:t>
                      </a:r>
                      <a:endParaRPr b="1" sz="1200">
                        <a:solidFill>
                          <a:schemeClr val="accen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>
                          <a:solidFill>
                            <a:schemeClr val="accen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 REPLACE } </a:t>
                      </a:r>
                      <a:endParaRPr b="1" sz="1200">
                        <a:solidFill>
                          <a:schemeClr val="accen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9"/>
          <p:cNvSpPr txBox="1"/>
          <p:nvPr/>
        </p:nvSpPr>
        <p:spPr>
          <a:xfrm>
            <a:off x="571500" y="774445"/>
            <a:ext cx="4978500" cy="57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2400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Opportunity type &amp; justification</a:t>
            </a:r>
            <a:endParaRPr sz="2400">
              <a:solidFill>
                <a:schemeClr val="dk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349" name="Google Shape;349;p49"/>
          <p:cNvSpPr/>
          <p:nvPr/>
        </p:nvSpPr>
        <p:spPr>
          <a:xfrm>
            <a:off x="571500" y="607650"/>
            <a:ext cx="537600" cy="166800"/>
          </a:xfrm>
          <a:prstGeom prst="roundRect">
            <a:avLst>
              <a:gd fmla="val 2871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chemeClr val="dk1"/>
                </a:solidFill>
                <a:latin typeface="Noto Sans Mono SemiBold"/>
                <a:ea typeface="Noto Sans Mono SemiBold"/>
                <a:cs typeface="Noto Sans Mono SemiBold"/>
                <a:sym typeface="Noto Sans Mono SemiBold"/>
              </a:rPr>
              <a:t>WHY</a:t>
            </a:r>
            <a:endParaRPr sz="700">
              <a:solidFill>
                <a:schemeClr val="dk1"/>
              </a:solidFill>
              <a:latin typeface="Noto Sans Mono SemiBold"/>
              <a:ea typeface="Noto Sans Mono SemiBold"/>
              <a:cs typeface="Noto Sans Mono SemiBold"/>
              <a:sym typeface="Noto Sans Mono SemiBold"/>
            </a:endParaRPr>
          </a:p>
        </p:txBody>
      </p:sp>
      <p:graphicFrame>
        <p:nvGraphicFramePr>
          <p:cNvPr id="350" name="Google Shape;350;p49"/>
          <p:cNvGraphicFramePr/>
          <p:nvPr/>
        </p:nvGraphicFramePr>
        <p:xfrm>
          <a:off x="571500" y="1394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{E86DC6C7-2922-471B-9948-0979CD2733C9}</a:tableStyleId>
              </a:tblPr>
              <a:tblGrid>
                <a:gridCol w="1654650"/>
                <a:gridCol w="6491550"/>
              </a:tblGrid>
              <a:tr h="159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chemeClr val="accent3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Opportunity types</a:t>
                      </a:r>
                      <a:endParaRPr sz="1200">
                        <a:solidFill>
                          <a:schemeClr val="accent3"/>
                        </a:solidFill>
                        <a:latin typeface="Plus Jakarta Sans Medium"/>
                        <a:ea typeface="Plus Jakarta Sans Medium"/>
                        <a:cs typeface="Plus Jakarta Sans Medium"/>
                        <a:sym typeface="Plus Jakarta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chemeClr val="accent3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Justification examples</a:t>
                      </a:r>
                      <a:endParaRPr sz="1200">
                        <a:solidFill>
                          <a:schemeClr val="accent3"/>
                        </a:solidFill>
                        <a:latin typeface="Plus Jakarta Sans Medium"/>
                        <a:ea typeface="Plus Jakarta Sans Medium"/>
                        <a:cs typeface="Plus Jakarta Sans Medium"/>
                        <a:sym typeface="Plus Jakarta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0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22222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Requested capability (existing customers or prospects)</a:t>
                      </a:r>
                      <a:endParaRPr sz="1000">
                        <a:solidFill>
                          <a:srgbClr val="22222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00"/>
                        <a:buFont typeface="Inter"/>
                        <a:buChar char="●"/>
                      </a:pPr>
                      <a:r>
                        <a:rPr lang="fr" sz="800">
                          <a:solidFill>
                            <a:srgbClr val="22222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Number of votes in ProductBoard and Net impacted customer ARR across those votes</a:t>
                      </a:r>
                      <a:endParaRPr sz="800">
                        <a:solidFill>
                          <a:srgbClr val="22222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00"/>
                        <a:buFont typeface="Inter"/>
                        <a:buChar char="●"/>
                      </a:pPr>
                      <a:r>
                        <a:rPr lang="fr" sz="800">
                          <a:solidFill>
                            <a:srgbClr val="22222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Frequency of running into this issue in a given account (existing customers only)</a:t>
                      </a:r>
                      <a:endParaRPr sz="800">
                        <a:solidFill>
                          <a:srgbClr val="22222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00"/>
                        <a:buFont typeface="Inter"/>
                        <a:buChar char="●"/>
                      </a:pPr>
                      <a:r>
                        <a:rPr lang="fr" sz="800">
                          <a:solidFill>
                            <a:srgbClr val="22222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Any info we have on severity of these needs (e.g. quoted as “must have” or “critical” from the customer)</a:t>
                      </a:r>
                      <a:endParaRPr sz="800">
                        <a:solidFill>
                          <a:srgbClr val="22222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00"/>
                        <a:buFont typeface="Inter"/>
                        <a:buChar char="●"/>
                      </a:pPr>
                      <a:r>
                        <a:rPr lang="fr" sz="800">
                          <a:solidFill>
                            <a:srgbClr val="22222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Any specific lost new business or renewal opportunities (and level of confidence that having this capability would have saved the opportunity vs. other factors e.g. pricing)</a:t>
                      </a:r>
                      <a:endParaRPr sz="800">
                        <a:solidFill>
                          <a:srgbClr val="22222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18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22222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New product concept or workflow</a:t>
                      </a:r>
                      <a:endParaRPr sz="1000">
                        <a:solidFill>
                          <a:srgbClr val="22222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00"/>
                        <a:buFont typeface="Inter"/>
                        <a:buChar char="●"/>
                      </a:pPr>
                      <a:r>
                        <a:rPr lang="fr" sz="800">
                          <a:solidFill>
                            <a:srgbClr val="22222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Volume of customers that we have tested this concept with</a:t>
                      </a:r>
                      <a:endParaRPr sz="800">
                        <a:solidFill>
                          <a:srgbClr val="22222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00"/>
                        <a:buFont typeface="Inter"/>
                        <a:buChar char="●"/>
                      </a:pPr>
                      <a:r>
                        <a:rPr lang="fr" sz="800">
                          <a:solidFill>
                            <a:srgbClr val="22222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Relevant customer quotes</a:t>
                      </a:r>
                      <a:endParaRPr sz="800">
                        <a:solidFill>
                          <a:srgbClr val="22222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00"/>
                        <a:buFont typeface="Inter"/>
                        <a:buChar char="●"/>
                      </a:pPr>
                      <a:r>
                        <a:rPr lang="fr" sz="800">
                          <a:solidFill>
                            <a:srgbClr val="22222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Market trend indicators (number of competitors)</a:t>
                      </a:r>
                      <a:endParaRPr sz="800">
                        <a:solidFill>
                          <a:srgbClr val="22222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373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22222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Improvement to existing workflow</a:t>
                      </a:r>
                      <a:endParaRPr sz="1000">
                        <a:solidFill>
                          <a:srgbClr val="22222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00"/>
                        <a:buFont typeface="Inter"/>
                        <a:buChar char="●"/>
                      </a:pPr>
                      <a:r>
                        <a:rPr lang="fr" sz="800">
                          <a:solidFill>
                            <a:srgbClr val="22222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How much usage is this workflow getting today?</a:t>
                      </a:r>
                      <a:endParaRPr sz="800">
                        <a:solidFill>
                          <a:srgbClr val="22222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00"/>
                        <a:buFont typeface="Inter"/>
                        <a:buChar char="●"/>
                      </a:pPr>
                      <a:r>
                        <a:rPr lang="fr" sz="800">
                          <a:solidFill>
                            <a:srgbClr val="22222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Where is this workflow failing measurably? How is this measured?</a:t>
                      </a:r>
                      <a:endParaRPr sz="800">
                        <a:solidFill>
                          <a:srgbClr val="22222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00"/>
                        <a:buFont typeface="Inter"/>
                        <a:buChar char="●"/>
                      </a:pPr>
                      <a:r>
                        <a:rPr lang="fr" sz="800">
                          <a:solidFill>
                            <a:srgbClr val="22222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Relevant customer quotes</a:t>
                      </a:r>
                      <a:endParaRPr sz="800">
                        <a:solidFill>
                          <a:srgbClr val="22222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470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22222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Operational Improvement</a:t>
                      </a:r>
                      <a:endParaRPr sz="1000">
                        <a:solidFill>
                          <a:srgbClr val="22222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00"/>
                        <a:buFont typeface="Inter"/>
                        <a:buChar char="●"/>
                      </a:pPr>
                      <a:r>
                        <a:rPr lang="fr" sz="800">
                          <a:solidFill>
                            <a:srgbClr val="22222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Assuming this is converting a manual process to a self-serve capability, how often </a:t>
                      </a:r>
                      <a:r>
                        <a:rPr lang="fr" sz="800">
                          <a:solidFill>
                            <a:srgbClr val="22222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 we</a:t>
                      </a:r>
                      <a:r>
                        <a:rPr lang="fr" sz="800">
                          <a:solidFill>
                            <a:srgbClr val="22222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fr" sz="800">
                          <a:solidFill>
                            <a:srgbClr val="22222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achieve</a:t>
                      </a:r>
                      <a:r>
                        <a:rPr lang="fr" sz="800">
                          <a:solidFill>
                            <a:srgbClr val="22222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this process (per account, per year)?</a:t>
                      </a:r>
                      <a:endParaRPr sz="800">
                        <a:solidFill>
                          <a:srgbClr val="22222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00"/>
                        <a:buFont typeface="Inter"/>
                        <a:buChar char="●"/>
                      </a:pPr>
                      <a:r>
                        <a:rPr lang="fr" sz="800">
                          <a:solidFill>
                            <a:srgbClr val="22222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How many hours of personnel time are taken up each time we complete this process?</a:t>
                      </a:r>
                      <a:endParaRPr sz="800">
                        <a:solidFill>
                          <a:srgbClr val="22222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54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22222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Risk Mitigation</a:t>
                      </a:r>
                      <a:endParaRPr sz="1000">
                        <a:solidFill>
                          <a:srgbClr val="22222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00"/>
                        <a:buFont typeface="Inter"/>
                        <a:buChar char="●"/>
                      </a:pPr>
                      <a:r>
                        <a:rPr lang="fr" sz="800">
                          <a:solidFill>
                            <a:srgbClr val="22222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What is the risk we are mitigating?</a:t>
                      </a:r>
                      <a:endParaRPr sz="800">
                        <a:solidFill>
                          <a:srgbClr val="22222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00"/>
                        <a:buFont typeface="Inter"/>
                        <a:buChar char="●"/>
                      </a:pPr>
                      <a:r>
                        <a:rPr lang="fr" sz="800">
                          <a:solidFill>
                            <a:srgbClr val="22222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How likely is this risk to happen (1-5 scale, where 1 is extremely unlikely and 5 is almost certain)?</a:t>
                      </a:r>
                      <a:endParaRPr sz="800">
                        <a:solidFill>
                          <a:srgbClr val="22222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00"/>
                        <a:buFont typeface="Inter"/>
                        <a:buChar char="●"/>
                      </a:pPr>
                      <a:r>
                        <a:rPr lang="fr" sz="800">
                          <a:solidFill>
                            <a:srgbClr val="22222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What is the severity of this risk (1-5 scale, where 1=minimum consequences and 5=potentially catastrophic for the company)?</a:t>
                      </a:r>
                      <a:endParaRPr sz="800">
                        <a:solidFill>
                          <a:srgbClr val="22222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0"/>
          <p:cNvSpPr txBox="1"/>
          <p:nvPr/>
        </p:nvSpPr>
        <p:spPr>
          <a:xfrm>
            <a:off x="517500" y="1443100"/>
            <a:ext cx="2440200" cy="23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Opportunity type &amp; justification</a:t>
            </a:r>
            <a:endParaRPr sz="2400"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None/>
            </a:pPr>
            <a:r>
              <a:rPr lang="f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Use the previous slide as a reference to fill out this one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6" name="Google Shape;356;p50"/>
          <p:cNvSpPr txBox="1"/>
          <p:nvPr/>
        </p:nvSpPr>
        <p:spPr>
          <a:xfrm>
            <a:off x="3705825" y="681150"/>
            <a:ext cx="50304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Project type</a:t>
            </a:r>
            <a:endParaRPr b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{ INDICATE THE PROJECT TYPE - report to previous slide } </a:t>
            </a:r>
            <a:endParaRPr sz="1200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Problem justification  </a:t>
            </a:r>
            <a:endParaRPr b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{ PROVIDE JUSTIFICATIONS FOR  WHY THIS PROBLEM SHOULD BE SOLVED - report to previous slide for examples }</a:t>
            </a:r>
            <a:endParaRPr sz="1200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57" name="Google Shape;357;p50"/>
          <p:cNvSpPr/>
          <p:nvPr/>
        </p:nvSpPr>
        <p:spPr>
          <a:xfrm>
            <a:off x="517500" y="1357975"/>
            <a:ext cx="570000" cy="166800"/>
          </a:xfrm>
          <a:prstGeom prst="roundRect">
            <a:avLst>
              <a:gd fmla="val 2871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chemeClr val="dk1"/>
                </a:solidFill>
                <a:latin typeface="Noto Sans Mono SemiBold"/>
                <a:ea typeface="Noto Sans Mono SemiBold"/>
                <a:cs typeface="Noto Sans Mono SemiBold"/>
                <a:sym typeface="Noto Sans Mono SemiBold"/>
              </a:rPr>
              <a:t>WHY</a:t>
            </a:r>
            <a:endParaRPr sz="700">
              <a:solidFill>
                <a:schemeClr val="dk1"/>
              </a:solidFill>
              <a:latin typeface="Noto Sans Mono SemiBold"/>
              <a:ea typeface="Noto Sans Mono SemiBold"/>
              <a:cs typeface="Noto Sans Mono SemiBold"/>
              <a:sym typeface="Noto Sans Mono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1"/>
          <p:cNvSpPr txBox="1"/>
          <p:nvPr/>
        </p:nvSpPr>
        <p:spPr>
          <a:xfrm>
            <a:off x="517500" y="1443100"/>
            <a:ext cx="2440200" cy="23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Expected impact</a:t>
            </a:r>
            <a:endParaRPr sz="2400"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None/>
            </a:pPr>
            <a:r>
              <a:rPr lang="f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Use the previous slide as a reference to fill out this one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3" name="Google Shape;363;p51"/>
          <p:cNvSpPr txBox="1"/>
          <p:nvPr/>
        </p:nvSpPr>
        <p:spPr>
          <a:xfrm>
            <a:off x="3705825" y="681150"/>
            <a:ext cx="5030400" cy="3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OKR contribution</a:t>
            </a:r>
            <a:endParaRPr b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{ </a:t>
            </a:r>
            <a:r>
              <a:rPr b="1" lang="fr" sz="15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X %</a:t>
            </a:r>
            <a:r>
              <a:rPr lang="fr" sz="12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  - Estimate the percentage contribution of this initiative to your OKR achievement.  } </a:t>
            </a:r>
            <a:endParaRPr sz="1200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User benefits impact </a:t>
            </a:r>
            <a:endParaRPr b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{ </a:t>
            </a:r>
            <a:r>
              <a:rPr b="1" lang="fr" sz="15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X / 5</a:t>
            </a:r>
            <a:r>
              <a:rPr lang="fr" sz="12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  - Rate the expected impact on a scale from 1 to 5 }</a:t>
            </a:r>
            <a:endParaRPr sz="1200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Business impact </a:t>
            </a:r>
            <a:endParaRPr b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{ </a:t>
            </a:r>
            <a:r>
              <a:rPr b="1" lang="fr" sz="15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X / 5</a:t>
            </a:r>
            <a:r>
              <a:rPr lang="fr" sz="12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  - Rate the expected impact on a scale from 1 to 5 }</a:t>
            </a:r>
            <a:endParaRPr sz="1200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64" name="Google Shape;364;p51"/>
          <p:cNvSpPr/>
          <p:nvPr/>
        </p:nvSpPr>
        <p:spPr>
          <a:xfrm>
            <a:off x="517500" y="1357975"/>
            <a:ext cx="570000" cy="166800"/>
          </a:xfrm>
          <a:prstGeom prst="roundRect">
            <a:avLst>
              <a:gd fmla="val 2871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chemeClr val="dk1"/>
                </a:solidFill>
                <a:latin typeface="Noto Sans Mono SemiBold"/>
                <a:ea typeface="Noto Sans Mono SemiBold"/>
                <a:cs typeface="Noto Sans Mono SemiBold"/>
                <a:sym typeface="Noto Sans Mono SemiBold"/>
              </a:rPr>
              <a:t>WHY</a:t>
            </a:r>
            <a:endParaRPr sz="700">
              <a:solidFill>
                <a:schemeClr val="dk1"/>
              </a:solidFill>
              <a:latin typeface="Noto Sans Mono SemiBold"/>
              <a:ea typeface="Noto Sans Mono SemiBold"/>
              <a:cs typeface="Noto Sans Mono SemiBold"/>
              <a:sym typeface="Noto Sans Mono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2"/>
          <p:cNvSpPr txBox="1"/>
          <p:nvPr/>
        </p:nvSpPr>
        <p:spPr>
          <a:xfrm>
            <a:off x="1515500" y="1586125"/>
            <a:ext cx="6184500" cy="19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4400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Competition</a:t>
            </a:r>
            <a:endParaRPr sz="4400"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70" name="Google Shape;370;p52" title="Logo Kameleoon 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1100" y="457900"/>
            <a:ext cx="1441777" cy="19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52"/>
          <p:cNvSpPr/>
          <p:nvPr/>
        </p:nvSpPr>
        <p:spPr>
          <a:xfrm>
            <a:off x="4057050" y="1376125"/>
            <a:ext cx="1029900" cy="210000"/>
          </a:xfrm>
          <a:prstGeom prst="roundRect">
            <a:avLst>
              <a:gd fmla="val 28715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FFFFFF"/>
                </a:solidFill>
                <a:latin typeface="Noto Sans Mono SemiBold"/>
                <a:ea typeface="Noto Sans Mono SemiBold"/>
                <a:cs typeface="Noto Sans Mono SemiBold"/>
                <a:sym typeface="Noto Sans Mono SemiBold"/>
              </a:rPr>
              <a:t>03</a:t>
            </a:r>
            <a:endParaRPr sz="900">
              <a:solidFill>
                <a:srgbClr val="FFFFFF"/>
              </a:solidFill>
              <a:latin typeface="Noto Sans Mono SemiBold"/>
              <a:ea typeface="Noto Sans Mono SemiBold"/>
              <a:cs typeface="Noto Sans Mono SemiBold"/>
              <a:sym typeface="Noto Sans Mono Semi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3"/>
          <p:cNvSpPr/>
          <p:nvPr/>
        </p:nvSpPr>
        <p:spPr>
          <a:xfrm>
            <a:off x="6836225" y="774438"/>
            <a:ext cx="1533600" cy="2655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54000" lIns="54000" spcFirstLastPara="1" rIns="54000" wrap="square" tIns="72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X competitors</a:t>
            </a:r>
            <a:endParaRPr b="1" sz="9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77" name="Google Shape;377;p53"/>
          <p:cNvSpPr txBox="1"/>
          <p:nvPr/>
        </p:nvSpPr>
        <p:spPr>
          <a:xfrm>
            <a:off x="571500" y="774445"/>
            <a:ext cx="4978500" cy="57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2400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Benchmark</a:t>
            </a:r>
            <a:endParaRPr sz="2400">
              <a:solidFill>
                <a:schemeClr val="dk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378" name="Google Shape;378;p53"/>
          <p:cNvSpPr/>
          <p:nvPr/>
        </p:nvSpPr>
        <p:spPr>
          <a:xfrm>
            <a:off x="571500" y="607650"/>
            <a:ext cx="798900" cy="166800"/>
          </a:xfrm>
          <a:prstGeom prst="roundRect">
            <a:avLst>
              <a:gd fmla="val 2871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chemeClr val="dk1"/>
                </a:solidFill>
                <a:latin typeface="Noto Sans Mono SemiBold"/>
                <a:ea typeface="Noto Sans Mono SemiBold"/>
                <a:cs typeface="Noto Sans Mono SemiBold"/>
                <a:sym typeface="Noto Sans Mono SemiBold"/>
              </a:rPr>
              <a:t>COMPETITION</a:t>
            </a:r>
            <a:endParaRPr sz="700">
              <a:solidFill>
                <a:schemeClr val="dk1"/>
              </a:solidFill>
              <a:latin typeface="Noto Sans Mono SemiBold"/>
              <a:ea typeface="Noto Sans Mono SemiBold"/>
              <a:cs typeface="Noto Sans Mono SemiBold"/>
              <a:sym typeface="Noto Sans Mono SemiBold"/>
            </a:endParaRPr>
          </a:p>
        </p:txBody>
      </p:sp>
      <p:sp>
        <p:nvSpPr>
          <p:cNvPr id="379" name="Google Shape;379;p53"/>
          <p:cNvSpPr txBox="1"/>
          <p:nvPr/>
        </p:nvSpPr>
        <p:spPr>
          <a:xfrm>
            <a:off x="504625" y="1248550"/>
            <a:ext cx="5313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f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Identify any competitors solving this issue, and evaluate how effective their solution is.</a:t>
            </a:r>
            <a:endParaRPr/>
          </a:p>
        </p:txBody>
      </p:sp>
      <p:graphicFrame>
        <p:nvGraphicFramePr>
          <p:cNvPr id="380" name="Google Shape;380;p53"/>
          <p:cNvGraphicFramePr/>
          <p:nvPr/>
        </p:nvGraphicFramePr>
        <p:xfrm>
          <a:off x="612300" y="1654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{E86DC6C7-2922-471B-9948-0979CD2733C9}</a:tableStyleId>
              </a:tblPr>
              <a:tblGrid>
                <a:gridCol w="2639800"/>
                <a:gridCol w="2639800"/>
                <a:gridCol w="2639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chemeClr val="accent3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Competitor</a:t>
                      </a:r>
                      <a:endParaRPr sz="1200">
                        <a:solidFill>
                          <a:schemeClr val="accent3"/>
                        </a:solidFill>
                        <a:latin typeface="Plus Jakarta Sans Medium"/>
                        <a:ea typeface="Plus Jakarta Sans Medium"/>
                        <a:cs typeface="Plus Jakarta Sans Medium"/>
                        <a:sym typeface="Plus Jakarta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chemeClr val="accent3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Status</a:t>
                      </a:r>
                      <a:endParaRPr sz="1200">
                        <a:solidFill>
                          <a:schemeClr val="accent3"/>
                        </a:solidFill>
                        <a:latin typeface="Plus Jakarta Sans Medium"/>
                        <a:ea typeface="Plus Jakarta Sans Medium"/>
                        <a:cs typeface="Plus Jakarta Sans Medium"/>
                        <a:sym typeface="Plus Jakarta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chemeClr val="accent3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Solution rating</a:t>
                      </a:r>
                      <a:endParaRPr sz="1200">
                        <a:solidFill>
                          <a:schemeClr val="accent3"/>
                        </a:solidFill>
                        <a:latin typeface="Plus Jakarta Sans Medium"/>
                        <a:ea typeface="Plus Jakarta Sans Medium"/>
                        <a:cs typeface="Plus Jakarta Sans Medium"/>
                        <a:sym typeface="Plus Jakarta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Write the name of the competitors relevant for your Product scope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Either: don’t answer, answer, partially answer, not relevant, don’t know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Rate the quality of the proposed solution on a scale from 0 to 5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Optimizely</a:t>
                      </a:r>
                      <a:endParaRPr b="1"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>
                          <a:solidFill>
                            <a:schemeClr val="accen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 REPLACE }</a:t>
                      </a:r>
                      <a:endParaRPr b="1" sz="1200">
                        <a:solidFill>
                          <a:schemeClr val="accen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>
                          <a:solidFill>
                            <a:schemeClr val="accen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 X / 5 }</a:t>
                      </a:r>
                      <a:endParaRPr b="1" sz="1200">
                        <a:solidFill>
                          <a:schemeClr val="accen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A/B Tasty</a:t>
                      </a:r>
                      <a:endParaRPr b="1"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>
                          <a:solidFill>
                            <a:schemeClr val="accen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 REPLACE }</a:t>
                      </a:r>
                      <a:endParaRPr b="1" sz="1200">
                        <a:solidFill>
                          <a:schemeClr val="accen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>
                          <a:solidFill>
                            <a:schemeClr val="accen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 X / 5 }</a:t>
                      </a:r>
                      <a:endParaRPr b="1" sz="1200">
                        <a:solidFill>
                          <a:schemeClr val="accen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VWO</a:t>
                      </a:r>
                      <a:endParaRPr b="1"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>
                          <a:solidFill>
                            <a:schemeClr val="accen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 REPLACE }</a:t>
                      </a:r>
                      <a:endParaRPr b="1" sz="1200">
                        <a:solidFill>
                          <a:schemeClr val="accen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>
                          <a:solidFill>
                            <a:schemeClr val="accen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 X / 5 }</a:t>
                      </a:r>
                      <a:endParaRPr b="1" sz="1200">
                        <a:solidFill>
                          <a:schemeClr val="accen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Statsig</a:t>
                      </a:r>
                      <a:endParaRPr b="1"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>
                          <a:solidFill>
                            <a:schemeClr val="accen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 REPLACE }</a:t>
                      </a:r>
                      <a:endParaRPr b="1" sz="1200">
                        <a:solidFill>
                          <a:schemeClr val="accen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>
                          <a:solidFill>
                            <a:schemeClr val="accen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 X / 5 }</a:t>
                      </a:r>
                      <a:endParaRPr b="1" sz="1200">
                        <a:solidFill>
                          <a:schemeClr val="accen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LaunchDarkly </a:t>
                      </a:r>
                      <a:endParaRPr b="1"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>
                          <a:solidFill>
                            <a:schemeClr val="accen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 REPLACE }</a:t>
                      </a:r>
                      <a:endParaRPr b="1" sz="1200">
                        <a:solidFill>
                          <a:schemeClr val="accen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>
                          <a:solidFill>
                            <a:schemeClr val="accen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 X / 5 }</a:t>
                      </a:r>
                      <a:endParaRPr b="1" sz="1200">
                        <a:solidFill>
                          <a:schemeClr val="accen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…</a:t>
                      </a:r>
                      <a:endParaRPr b="1"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accent6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accent6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4"/>
          <p:cNvSpPr txBox="1"/>
          <p:nvPr/>
        </p:nvSpPr>
        <p:spPr>
          <a:xfrm>
            <a:off x="517500" y="1443100"/>
            <a:ext cx="2440200" cy="23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Competitor’s</a:t>
            </a:r>
            <a:endParaRPr sz="2400"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accen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{NAME}</a:t>
            </a:r>
            <a:endParaRPr sz="2400">
              <a:solidFill>
                <a:schemeClr val="accent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f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If relevant, show the user journey used by the competitor to solve this problem.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6" name="Google Shape;386;p54"/>
          <p:cNvSpPr txBox="1"/>
          <p:nvPr/>
        </p:nvSpPr>
        <p:spPr>
          <a:xfrm>
            <a:off x="4112050" y="2014000"/>
            <a:ext cx="4390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If relevant, insert screens showing how the problem is solved by the competitor.</a:t>
            </a:r>
            <a:endParaRPr sz="1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{ </a:t>
            </a:r>
            <a:r>
              <a:rPr b="1" lang="fr" sz="12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Screenshot</a:t>
            </a:r>
            <a:r>
              <a:rPr b="1" lang="fr" sz="12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 } </a:t>
            </a:r>
            <a:endParaRPr b="1" sz="12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87" name="Google Shape;387;p54"/>
          <p:cNvSpPr/>
          <p:nvPr/>
        </p:nvSpPr>
        <p:spPr>
          <a:xfrm>
            <a:off x="517500" y="1357975"/>
            <a:ext cx="749700" cy="166800"/>
          </a:xfrm>
          <a:prstGeom prst="roundRect">
            <a:avLst>
              <a:gd fmla="val 2871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chemeClr val="dk1"/>
                </a:solidFill>
                <a:latin typeface="Noto Sans Mono SemiBold"/>
                <a:ea typeface="Noto Sans Mono SemiBold"/>
                <a:cs typeface="Noto Sans Mono SemiBold"/>
                <a:sym typeface="Noto Sans Mono SemiBold"/>
              </a:rPr>
              <a:t>COMPETITION</a:t>
            </a:r>
            <a:endParaRPr sz="700">
              <a:solidFill>
                <a:schemeClr val="dk1"/>
              </a:solidFill>
              <a:latin typeface="Noto Sans Mono SemiBold"/>
              <a:ea typeface="Noto Sans Mono SemiBold"/>
              <a:cs typeface="Noto Sans Mono SemiBold"/>
              <a:sym typeface="Noto Sans Mono SemiBold"/>
            </a:endParaRPr>
          </a:p>
        </p:txBody>
      </p:sp>
      <p:grpSp>
        <p:nvGrpSpPr>
          <p:cNvPr id="388" name="Google Shape;388;p54"/>
          <p:cNvGrpSpPr/>
          <p:nvPr/>
        </p:nvGrpSpPr>
        <p:grpSpPr>
          <a:xfrm>
            <a:off x="374841" y="4236351"/>
            <a:ext cx="2127513" cy="667235"/>
            <a:chOff x="3318788" y="3934350"/>
            <a:chExt cx="2506200" cy="786000"/>
          </a:xfrm>
        </p:grpSpPr>
        <p:sp>
          <p:nvSpPr>
            <p:cNvPr id="389" name="Google Shape;389;p54"/>
            <p:cNvSpPr/>
            <p:nvPr/>
          </p:nvSpPr>
          <p:spPr>
            <a:xfrm>
              <a:off x="3318788" y="3934350"/>
              <a:ext cx="2506200" cy="786000"/>
            </a:xfrm>
            <a:prstGeom prst="roundRect">
              <a:avLst>
                <a:gd fmla="val 1891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77600" lIns="77600" spcFirstLastPara="1" rIns="77600" wrap="square" tIns="77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8"/>
            </a:p>
          </p:txBody>
        </p:sp>
        <p:sp>
          <p:nvSpPr>
            <p:cNvPr id="390" name="Google Shape;390;p54"/>
            <p:cNvSpPr txBox="1"/>
            <p:nvPr/>
          </p:nvSpPr>
          <p:spPr>
            <a:xfrm>
              <a:off x="3435695" y="4021203"/>
              <a:ext cx="2389200" cy="6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40"/>
                </a:spcAft>
                <a:buNone/>
              </a:pPr>
              <a:r>
                <a:rPr lang="fr" sz="9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Duplicate this slide for each competitor’s user journey (when relevant).</a:t>
              </a:r>
              <a:endParaRPr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5"/>
          <p:cNvSpPr txBox="1"/>
          <p:nvPr/>
        </p:nvSpPr>
        <p:spPr>
          <a:xfrm>
            <a:off x="1515500" y="1586125"/>
            <a:ext cx="6184500" cy="19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4400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Proposed solution</a:t>
            </a:r>
            <a:endParaRPr sz="4400"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96" name="Google Shape;396;p55" title="Logo Kameleoon 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1100" y="457900"/>
            <a:ext cx="1441777" cy="19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55"/>
          <p:cNvSpPr/>
          <p:nvPr/>
        </p:nvSpPr>
        <p:spPr>
          <a:xfrm>
            <a:off x="4057050" y="1376125"/>
            <a:ext cx="1029900" cy="210000"/>
          </a:xfrm>
          <a:prstGeom prst="roundRect">
            <a:avLst>
              <a:gd fmla="val 28715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FFFFFF"/>
                </a:solidFill>
                <a:latin typeface="Noto Sans Mono SemiBold"/>
                <a:ea typeface="Noto Sans Mono SemiBold"/>
                <a:cs typeface="Noto Sans Mono SemiBold"/>
                <a:sym typeface="Noto Sans Mono SemiBold"/>
              </a:rPr>
              <a:t>04</a:t>
            </a:r>
            <a:endParaRPr sz="900">
              <a:solidFill>
                <a:srgbClr val="FFFFFF"/>
              </a:solidFill>
              <a:latin typeface="Noto Sans Mono SemiBold"/>
              <a:ea typeface="Noto Sans Mono SemiBold"/>
              <a:cs typeface="Noto Sans Mono SemiBold"/>
              <a:sym typeface="Noto Sans Mono Semi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6"/>
          <p:cNvSpPr txBox="1"/>
          <p:nvPr/>
        </p:nvSpPr>
        <p:spPr>
          <a:xfrm>
            <a:off x="1689900" y="1586114"/>
            <a:ext cx="5764200" cy="19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4400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Solution A</a:t>
            </a:r>
            <a:endParaRPr sz="4400"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 subtitle that describes your solution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03" name="Google Shape;403;p56"/>
          <p:cNvGrpSpPr/>
          <p:nvPr/>
        </p:nvGrpSpPr>
        <p:grpSpPr>
          <a:xfrm>
            <a:off x="3318888" y="3901047"/>
            <a:ext cx="2506200" cy="786000"/>
            <a:chOff x="3318788" y="3934350"/>
            <a:chExt cx="2506200" cy="786000"/>
          </a:xfrm>
        </p:grpSpPr>
        <p:sp>
          <p:nvSpPr>
            <p:cNvPr id="404" name="Google Shape;404;p56"/>
            <p:cNvSpPr/>
            <p:nvPr/>
          </p:nvSpPr>
          <p:spPr>
            <a:xfrm>
              <a:off x="3318788" y="3934350"/>
              <a:ext cx="2506200" cy="786000"/>
            </a:xfrm>
            <a:prstGeom prst="roundRect">
              <a:avLst>
                <a:gd fmla="val 1891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56"/>
            <p:cNvSpPr txBox="1"/>
            <p:nvPr/>
          </p:nvSpPr>
          <p:spPr>
            <a:xfrm>
              <a:off x="3435695" y="4021203"/>
              <a:ext cx="2389200" cy="6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00"/>
                </a:spcAft>
                <a:buNone/>
              </a:pPr>
              <a:r>
                <a:rPr lang="fr" sz="12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Duplicate this &amp; the following two slides for each solution</a:t>
              </a:r>
              <a:endPara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406" name="Google Shape;406;p56" title="Logo Kameleoon 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1113" y="457900"/>
            <a:ext cx="1441777" cy="197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56"/>
          <p:cNvSpPr/>
          <p:nvPr/>
        </p:nvSpPr>
        <p:spPr>
          <a:xfrm>
            <a:off x="3957400" y="1376125"/>
            <a:ext cx="1335600" cy="197400"/>
          </a:xfrm>
          <a:prstGeom prst="roundRect">
            <a:avLst>
              <a:gd fmla="val 2871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dk1"/>
                </a:solidFill>
                <a:latin typeface="Noto Sans Mono SemiBold"/>
                <a:ea typeface="Noto Sans Mono SemiBold"/>
                <a:cs typeface="Noto Sans Mono SemiBold"/>
                <a:sym typeface="Noto Sans Mono SemiBold"/>
              </a:rPr>
              <a:t>PROPOSED SOLUTION</a:t>
            </a:r>
            <a:endParaRPr sz="900">
              <a:solidFill>
                <a:schemeClr val="dk1"/>
              </a:solidFill>
              <a:latin typeface="Noto Sans Mono SemiBold"/>
              <a:ea typeface="Noto Sans Mono SemiBold"/>
              <a:cs typeface="Noto Sans Mono SemiBold"/>
              <a:sym typeface="Noto Sans Mono Semi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7"/>
          <p:cNvSpPr txBox="1"/>
          <p:nvPr/>
        </p:nvSpPr>
        <p:spPr>
          <a:xfrm>
            <a:off x="3705825" y="457900"/>
            <a:ext cx="5030400" cy="43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Solution proposed  </a:t>
            </a:r>
            <a:endParaRPr b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{ Explain, with bullet points, the main steps of the user journey you propose to solve this problem }</a:t>
            </a:r>
            <a:endParaRPr sz="1200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Proposed tier </a:t>
            </a:r>
            <a:endParaRPr b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{ Indicate which tier you would assign the proposed solution to  }</a:t>
            </a:r>
            <a:endParaRPr sz="1200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First Effort evaluation</a:t>
            </a:r>
            <a:endParaRPr b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{ Evaluate with your Tech Lead the implementation effort required to deliver the solution. This is a first estimate }</a:t>
            </a:r>
            <a:endParaRPr sz="1000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Timeline proposal</a:t>
            </a:r>
            <a:endParaRPr b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{ Estimate approximately the date when you think you will be able to deploy it in beta, based on your bandwidth and roadmap }</a:t>
            </a:r>
            <a:endParaRPr sz="1000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IF RELEVANT - Lots</a:t>
            </a:r>
            <a:endParaRPr b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{ Indicate how you plan to break the project down into different lots }</a:t>
            </a:r>
            <a:endParaRPr sz="1000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13" name="Google Shape;413;p57"/>
          <p:cNvSpPr/>
          <p:nvPr/>
        </p:nvSpPr>
        <p:spPr>
          <a:xfrm>
            <a:off x="517500" y="1357975"/>
            <a:ext cx="707100" cy="166800"/>
          </a:xfrm>
          <a:prstGeom prst="roundRect">
            <a:avLst>
              <a:gd fmla="val 2871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chemeClr val="dk1"/>
                </a:solidFill>
                <a:latin typeface="Noto Sans Mono SemiBold"/>
                <a:ea typeface="Noto Sans Mono SemiBold"/>
                <a:cs typeface="Noto Sans Mono SemiBold"/>
                <a:sym typeface="Noto Sans Mono SemiBold"/>
              </a:rPr>
              <a:t>SOLUTION A</a:t>
            </a:r>
            <a:endParaRPr sz="700">
              <a:solidFill>
                <a:schemeClr val="dk1"/>
              </a:solidFill>
              <a:latin typeface="Noto Sans Mono SemiBold"/>
              <a:ea typeface="Noto Sans Mono SemiBold"/>
              <a:cs typeface="Noto Sans Mono SemiBold"/>
              <a:sym typeface="Noto Sans Mono SemiBold"/>
            </a:endParaRPr>
          </a:p>
        </p:txBody>
      </p:sp>
      <p:sp>
        <p:nvSpPr>
          <p:cNvPr id="414" name="Google Shape;414;p57"/>
          <p:cNvSpPr txBox="1"/>
          <p:nvPr/>
        </p:nvSpPr>
        <p:spPr>
          <a:xfrm>
            <a:off x="517500" y="1443100"/>
            <a:ext cx="2440200" cy="23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Solution </a:t>
            </a:r>
            <a:r>
              <a:rPr lang="fr" sz="2400">
                <a:solidFill>
                  <a:schemeClr val="accen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{Name}</a:t>
            </a:r>
            <a:endParaRPr sz="2400">
              <a:solidFill>
                <a:schemeClr val="accent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f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Describe shortly the proposed solution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8"/>
          <p:cNvSpPr/>
          <p:nvPr/>
        </p:nvSpPr>
        <p:spPr>
          <a:xfrm>
            <a:off x="393675" y="1666875"/>
            <a:ext cx="8279100" cy="3193500"/>
          </a:xfrm>
          <a:prstGeom prst="roundRect">
            <a:avLst>
              <a:gd fmla="val 843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54000" lIns="54000" spcFirstLastPara="1" rIns="54000" wrap="square" tIns="1800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0" name="Google Shape;420;p58"/>
          <p:cNvSpPr txBox="1"/>
          <p:nvPr/>
        </p:nvSpPr>
        <p:spPr>
          <a:xfrm>
            <a:off x="2376750" y="2440125"/>
            <a:ext cx="4390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First wireframe illustrating the envisioned solution. </a:t>
            </a:r>
            <a:endParaRPr sz="1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{ Wireframes } </a:t>
            </a:r>
            <a:endParaRPr b="1" sz="12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Note: we are not expecting a finalized design at this stage</a:t>
            </a:r>
            <a:endParaRPr b="1" i="1" sz="12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21" name="Google Shape;421;p58"/>
          <p:cNvSpPr/>
          <p:nvPr/>
        </p:nvSpPr>
        <p:spPr>
          <a:xfrm>
            <a:off x="7401925" y="4520250"/>
            <a:ext cx="924600" cy="166800"/>
          </a:xfrm>
          <a:prstGeom prst="roundRect">
            <a:avLst>
              <a:gd fmla="val 28715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chemeClr val="dk1"/>
                </a:solidFill>
                <a:latin typeface="Noto Sans Mono SemiBold"/>
                <a:ea typeface="Noto Sans Mono SemiBold"/>
                <a:cs typeface="Noto Sans Mono SemiBold"/>
                <a:sym typeface="Noto Sans Mono SemiBold"/>
              </a:rPr>
              <a:t>NOT MANDATORY</a:t>
            </a:r>
            <a:endParaRPr sz="700">
              <a:solidFill>
                <a:schemeClr val="dk1"/>
              </a:solidFill>
              <a:latin typeface="Noto Sans Mono SemiBold"/>
              <a:ea typeface="Noto Sans Mono SemiBold"/>
              <a:cs typeface="Noto Sans Mono SemiBold"/>
              <a:sym typeface="Noto Sans Mono SemiBold"/>
            </a:endParaRPr>
          </a:p>
        </p:txBody>
      </p:sp>
      <p:sp>
        <p:nvSpPr>
          <p:cNvPr id="422" name="Google Shape;422;p58"/>
          <p:cNvSpPr txBox="1"/>
          <p:nvPr/>
        </p:nvSpPr>
        <p:spPr>
          <a:xfrm>
            <a:off x="571500" y="774445"/>
            <a:ext cx="4978500" cy="57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fr" sz="2400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Solution </a:t>
            </a:r>
            <a:r>
              <a:rPr lang="fr" sz="2400">
                <a:solidFill>
                  <a:schemeClr val="accen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{Name}</a:t>
            </a:r>
            <a:endParaRPr sz="2400"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423" name="Google Shape;423;p58"/>
          <p:cNvSpPr/>
          <p:nvPr/>
        </p:nvSpPr>
        <p:spPr>
          <a:xfrm>
            <a:off x="571500" y="607650"/>
            <a:ext cx="798900" cy="166800"/>
          </a:xfrm>
          <a:prstGeom prst="roundRect">
            <a:avLst>
              <a:gd fmla="val 2871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chemeClr val="dk1"/>
                </a:solidFill>
                <a:latin typeface="Noto Sans Mono SemiBold"/>
                <a:ea typeface="Noto Sans Mono SemiBold"/>
                <a:cs typeface="Noto Sans Mono SemiBold"/>
                <a:sym typeface="Noto Sans Mono SemiBold"/>
              </a:rPr>
              <a:t>SOLUTION A</a:t>
            </a:r>
            <a:endParaRPr sz="700">
              <a:solidFill>
                <a:schemeClr val="dk1"/>
              </a:solidFill>
              <a:latin typeface="Noto Sans Mono SemiBold"/>
              <a:ea typeface="Noto Sans Mono SemiBold"/>
              <a:cs typeface="Noto Sans Mono SemiBold"/>
              <a:sym typeface="Noto Sans Mono Semi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9"/>
          <p:cNvSpPr txBox="1"/>
          <p:nvPr/>
        </p:nvSpPr>
        <p:spPr>
          <a:xfrm>
            <a:off x="1515500" y="1586125"/>
            <a:ext cx="6184500" cy="19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4400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Open discussion</a:t>
            </a:r>
            <a:endParaRPr sz="4400"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29" name="Google Shape;429;p59" title="Logo Kameleoon 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1100" y="457900"/>
            <a:ext cx="1441777" cy="197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59"/>
          <p:cNvSpPr/>
          <p:nvPr/>
        </p:nvSpPr>
        <p:spPr>
          <a:xfrm>
            <a:off x="4057050" y="1376125"/>
            <a:ext cx="1029900" cy="210000"/>
          </a:xfrm>
          <a:prstGeom prst="roundRect">
            <a:avLst>
              <a:gd fmla="val 28715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FFFFFF"/>
                </a:solidFill>
                <a:latin typeface="Noto Sans Mono SemiBold"/>
                <a:ea typeface="Noto Sans Mono SemiBold"/>
                <a:cs typeface="Noto Sans Mono SemiBold"/>
                <a:sym typeface="Noto Sans Mono SemiBold"/>
              </a:rPr>
              <a:t>05</a:t>
            </a:r>
            <a:endParaRPr sz="900">
              <a:solidFill>
                <a:srgbClr val="FFFFFF"/>
              </a:solidFill>
              <a:latin typeface="Noto Sans Mono SemiBold"/>
              <a:ea typeface="Noto Sans Mono SemiBold"/>
              <a:cs typeface="Noto Sans Mono SemiBold"/>
              <a:sym typeface="Noto Sans Mono SemiBo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0"/>
          <p:cNvSpPr txBox="1"/>
          <p:nvPr/>
        </p:nvSpPr>
        <p:spPr>
          <a:xfrm>
            <a:off x="1515500" y="1586125"/>
            <a:ext cx="6184500" cy="19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4400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Decision</a:t>
            </a:r>
            <a:endParaRPr sz="4400"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36" name="Google Shape;436;p60" title="Logo Kameleoon 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1100" y="457900"/>
            <a:ext cx="1441777" cy="197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60"/>
          <p:cNvSpPr/>
          <p:nvPr/>
        </p:nvSpPr>
        <p:spPr>
          <a:xfrm>
            <a:off x="4057050" y="1376125"/>
            <a:ext cx="1029900" cy="210000"/>
          </a:xfrm>
          <a:prstGeom prst="roundRect">
            <a:avLst>
              <a:gd fmla="val 28715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FFFFFF"/>
                </a:solidFill>
                <a:latin typeface="Noto Sans Mono SemiBold"/>
                <a:ea typeface="Noto Sans Mono SemiBold"/>
                <a:cs typeface="Noto Sans Mono SemiBold"/>
                <a:sym typeface="Noto Sans Mono SemiBold"/>
              </a:rPr>
              <a:t>06</a:t>
            </a:r>
            <a:endParaRPr sz="900">
              <a:solidFill>
                <a:srgbClr val="FFFFFF"/>
              </a:solidFill>
              <a:latin typeface="Noto Sans Mono SemiBold"/>
              <a:ea typeface="Noto Sans Mono SemiBold"/>
              <a:cs typeface="Noto Sans Mono SemiBold"/>
              <a:sym typeface="Noto Sans Mono SemiBol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1"/>
          <p:cNvSpPr txBox="1"/>
          <p:nvPr/>
        </p:nvSpPr>
        <p:spPr>
          <a:xfrm>
            <a:off x="1423525" y="1832841"/>
            <a:ext cx="62970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fr" sz="9600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Thank You</a:t>
            </a:r>
            <a:endParaRPr sz="9600"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262E2C"/>
      </a:dk1>
      <a:lt1>
        <a:srgbClr val="2B5D50"/>
      </a:lt1>
      <a:dk2>
        <a:srgbClr val="DAE995"/>
      </a:dk2>
      <a:lt2>
        <a:srgbClr val="E5F5B5"/>
      </a:lt2>
      <a:accent1>
        <a:srgbClr val="7077F6"/>
      </a:accent1>
      <a:accent2>
        <a:srgbClr val="B3BEFF"/>
      </a:accent2>
      <a:accent3>
        <a:srgbClr val="F4F4F1"/>
      </a:accent3>
      <a:accent4>
        <a:srgbClr val="76373C"/>
      </a:accent4>
      <a:accent5>
        <a:srgbClr val="AF464E"/>
      </a:accent5>
      <a:accent6>
        <a:srgbClr val="E1B7F5"/>
      </a:accent6>
      <a:hlink>
        <a:srgbClr val="B354D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